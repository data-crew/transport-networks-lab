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3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1.gif" ContentType="image/gif"/>
  <Override PartName="/ppt/media/image14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1.jpeg" ContentType="image/jpeg"/>
  <Override PartName="/ppt/media/image10.png" ContentType="image/png"/>
  <Override PartName="/ppt/media/image16.png" ContentType="image/png"/>
  <Override PartName="/ppt/media/image6.png" ContentType="image/png"/>
  <Override PartName="/ppt/media/image15.png" ContentType="image/png"/>
  <Override PartName="/ppt/media/image5.jpeg" ContentType="image/jpeg"/>
  <Override PartName="/ppt/media/image2.png" ContentType="image/png"/>
  <Override PartName="/ppt/media/image25.png" ContentType="image/png"/>
  <Override PartName="/ppt/media/image4.jpeg" ContentType="image/jpeg"/>
  <Override PartName="/ppt/media/image7.gif" ContentType="image/gif"/>
  <Override PartName="/ppt/media/image19.png" ContentType="image/png"/>
  <Override PartName="/ppt/media/image2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</p:sld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1" r:id="rId37"/>
    <p:sldId id="272" r:id="rId38"/>
    <p:sldId id="273" r:id="rId39"/>
    <p:sldId id="274" r:id="rId40"/>
    <p:sldId id="275" r:id="rId41"/>
    <p:sldId id="276" r:id="rId42"/>
    <p:sldId id="277" r:id="rId43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37" Type="http://schemas.openxmlformats.org/officeDocument/2006/relationships/slide" Target="slides/slide16.xml"/><Relationship Id="rId38" Type="http://schemas.openxmlformats.org/officeDocument/2006/relationships/slide" Target="slides/slide17.xml"/><Relationship Id="rId39" Type="http://schemas.openxmlformats.org/officeDocument/2006/relationships/slide" Target="slides/slide18.xml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BB0981C-E895-4173-8B84-5F2D295127E9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4823776-A6D3-470E-B4B1-666E394D0E69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50BCB40-003A-4D3B-B2E3-591917B49CD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BED354D-04C0-4B28-A45B-1D65F3D389F1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07E2E9-6482-4589-9A0D-19DBF3E9722E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72E5D5D-A634-4A9E-A9E4-C3878E77BDC1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9BAC0062-1863-437B-9405-4DACE9066632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6766204-98A0-4668-8A19-6E94B86EDCCA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D5611D79-9697-43AE-A0D2-793C7E1091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B8B98C4-2BC5-47DB-A561-2A1BA9F0C1B8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208572AE-755F-48B0-AA45-D73A5F1AC24C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223893C-A591-4863-9B5B-8C10F7397919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890A48A-A265-4E84-ADEE-BF820C97767D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F020B18D-1237-4793-A1EE-7258391C90DA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3ED8F7D-5E59-4B97-AF2F-CE6CA4FB81FA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69F51D84-3FDA-4B2C-BB40-D84AEB654FEE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_AND_BODY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9E0A524C-399F-4669-A3A4-E5FDCE23CD10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E1DF9D3-0D79-40BA-8514-09FC18D4DF02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_AND_BODY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9C5A2E16-A84D-4C27-A2BA-B6E05FD35C21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0839DC11-BBA6-4973-8CBD-D32E92859072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5C54C59-AFDC-44BF-AFA0-F91F4121B091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Num" idx="2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941FAE-7306-4B94-94DC-175DFFDEF316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3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27A586-D6B3-4BEF-B30C-C5BA96075D60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oogle Shape;136;p27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14" name="Google Shape;137;p27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15" name="Google Shape;138;p27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4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A3B92C1-467E-402E-9A8A-B9CA022FA52C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oogle Shape;144;p28"/>
          <p:cNvGrpSpPr/>
          <p:nvPr/>
        </p:nvGrpSpPr>
        <p:grpSpPr>
          <a:xfrm>
            <a:off x="713520" y="3847680"/>
            <a:ext cx="824760" cy="824760"/>
            <a:chOff x="713520" y="3847680"/>
            <a:chExt cx="824760" cy="824760"/>
          </a:xfrm>
        </p:grpSpPr>
        <p:sp>
          <p:nvSpPr>
            <p:cNvPr id="22" name="Google Shape;145;p28"/>
            <p:cNvSpPr/>
            <p:nvPr/>
          </p:nvSpPr>
          <p:spPr>
            <a:xfrm rot="16200000">
              <a:off x="880920" y="4015080"/>
              <a:ext cx="489960" cy="48996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23" name="Google Shape;146;p28"/>
            <p:cNvSpPr/>
            <p:nvPr/>
          </p:nvSpPr>
          <p:spPr>
            <a:xfrm rot="16200000">
              <a:off x="713520" y="3847680"/>
              <a:ext cx="824760" cy="82476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5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2340C7-47A2-4AD3-9D85-7EC081A602E8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150;p29"/>
          <p:cNvGrpSpPr/>
          <p:nvPr/>
        </p:nvGrpSpPr>
        <p:grpSpPr>
          <a:xfrm>
            <a:off x="-360" y="4099320"/>
            <a:ext cx="9143280" cy="1043640"/>
            <a:chOff x="-360" y="4099320"/>
            <a:chExt cx="9143280" cy="1043640"/>
          </a:xfrm>
        </p:grpSpPr>
        <p:grpSp>
          <p:nvGrpSpPr>
            <p:cNvPr id="30" name="Google Shape;151;p29"/>
            <p:cNvGrpSpPr/>
            <p:nvPr/>
          </p:nvGrpSpPr>
          <p:grpSpPr>
            <a:xfrm>
              <a:off x="-360" y="4309200"/>
              <a:ext cx="230760" cy="833760"/>
              <a:chOff x="-360" y="4309200"/>
              <a:chExt cx="230760" cy="833760"/>
            </a:xfrm>
          </p:grpSpPr>
          <p:sp>
            <p:nvSpPr>
              <p:cNvPr id="31" name="Google Shape;152;p29"/>
              <p:cNvSpPr/>
              <p:nvPr/>
            </p:nvSpPr>
            <p:spPr>
              <a:xfrm flipH="1">
                <a:off x="-72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32" name="Google Shape;153;p29"/>
              <p:cNvSpPr/>
              <p:nvPr/>
            </p:nvSpPr>
            <p:spPr>
              <a:xfrm flipH="1">
                <a:off x="-72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33" name="Google Shape;154;p29"/>
              <p:cNvSpPr/>
              <p:nvPr/>
            </p:nvSpPr>
            <p:spPr>
              <a:xfrm flipH="1">
                <a:off x="-72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34" name="Google Shape;155;p29"/>
              <p:cNvSpPr/>
              <p:nvPr/>
            </p:nvSpPr>
            <p:spPr>
              <a:xfrm flipH="1">
                <a:off x="-72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35" name="Google Shape;156;p29"/>
            <p:cNvGrpSpPr/>
            <p:nvPr/>
          </p:nvGrpSpPr>
          <p:grpSpPr>
            <a:xfrm>
              <a:off x="371160" y="4099320"/>
              <a:ext cx="230760" cy="1043640"/>
              <a:chOff x="371160" y="4099320"/>
              <a:chExt cx="230760" cy="1043640"/>
            </a:xfrm>
          </p:grpSpPr>
          <p:sp>
            <p:nvSpPr>
              <p:cNvPr id="36" name="Google Shape;157;p29"/>
              <p:cNvSpPr/>
              <p:nvPr/>
            </p:nvSpPr>
            <p:spPr>
              <a:xfrm flipH="1">
                <a:off x="37080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37" name="Google Shape;158;p29"/>
              <p:cNvSpPr/>
              <p:nvPr/>
            </p:nvSpPr>
            <p:spPr>
              <a:xfrm flipH="1">
                <a:off x="37080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38" name="Google Shape;159;p29"/>
              <p:cNvSpPr/>
              <p:nvPr/>
            </p:nvSpPr>
            <p:spPr>
              <a:xfrm flipH="1">
                <a:off x="37080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39" name="Google Shape;160;p29"/>
              <p:cNvSpPr/>
              <p:nvPr/>
            </p:nvSpPr>
            <p:spPr>
              <a:xfrm flipH="1">
                <a:off x="370800" y="4099320"/>
                <a:ext cx="230760" cy="10436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40" name="Google Shape;161;p29"/>
              <p:cNvSpPr/>
              <p:nvPr/>
            </p:nvSpPr>
            <p:spPr>
              <a:xfrm flipH="1">
                <a:off x="37080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41" name="Google Shape;162;p29"/>
            <p:cNvGrpSpPr/>
            <p:nvPr/>
          </p:nvGrpSpPr>
          <p:grpSpPr>
            <a:xfrm>
              <a:off x="742320" y="4309200"/>
              <a:ext cx="230760" cy="833760"/>
              <a:chOff x="742320" y="4309200"/>
              <a:chExt cx="230760" cy="833760"/>
            </a:xfrm>
          </p:grpSpPr>
          <p:sp>
            <p:nvSpPr>
              <p:cNvPr id="42" name="Google Shape;163;p29"/>
              <p:cNvSpPr/>
              <p:nvPr/>
            </p:nvSpPr>
            <p:spPr>
              <a:xfrm flipH="1">
                <a:off x="74196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43" name="Google Shape;164;p29"/>
              <p:cNvSpPr/>
              <p:nvPr/>
            </p:nvSpPr>
            <p:spPr>
              <a:xfrm flipH="1">
                <a:off x="74196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44" name="Google Shape;165;p29"/>
              <p:cNvSpPr/>
              <p:nvPr/>
            </p:nvSpPr>
            <p:spPr>
              <a:xfrm flipH="1">
                <a:off x="74196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45" name="Google Shape;166;p29"/>
              <p:cNvSpPr/>
              <p:nvPr/>
            </p:nvSpPr>
            <p:spPr>
              <a:xfrm flipH="1">
                <a:off x="74196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46" name="Google Shape;167;p29"/>
            <p:cNvGrpSpPr/>
            <p:nvPr/>
          </p:nvGrpSpPr>
          <p:grpSpPr>
            <a:xfrm>
              <a:off x="1113840" y="4519080"/>
              <a:ext cx="230760" cy="623880"/>
              <a:chOff x="1113840" y="4519080"/>
              <a:chExt cx="230760" cy="623880"/>
            </a:xfrm>
          </p:grpSpPr>
          <p:sp>
            <p:nvSpPr>
              <p:cNvPr id="47" name="Google Shape;168;p29"/>
              <p:cNvSpPr/>
              <p:nvPr/>
            </p:nvSpPr>
            <p:spPr>
              <a:xfrm flipH="1">
                <a:off x="111348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48" name="Google Shape;169;p29"/>
              <p:cNvSpPr/>
              <p:nvPr/>
            </p:nvSpPr>
            <p:spPr>
              <a:xfrm flipH="1">
                <a:off x="111348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49" name="Google Shape;170;p29"/>
              <p:cNvSpPr/>
              <p:nvPr/>
            </p:nvSpPr>
            <p:spPr>
              <a:xfrm flipH="1">
                <a:off x="111348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50" name="Google Shape;171;p29"/>
            <p:cNvGrpSpPr/>
            <p:nvPr/>
          </p:nvGrpSpPr>
          <p:grpSpPr>
            <a:xfrm>
              <a:off x="1856520" y="4099320"/>
              <a:ext cx="230760" cy="1043640"/>
              <a:chOff x="1856520" y="4099320"/>
              <a:chExt cx="230760" cy="1043640"/>
            </a:xfrm>
          </p:grpSpPr>
          <p:sp>
            <p:nvSpPr>
              <p:cNvPr id="51" name="Google Shape;172;p29"/>
              <p:cNvSpPr/>
              <p:nvPr/>
            </p:nvSpPr>
            <p:spPr>
              <a:xfrm flipH="1">
                <a:off x="185616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52" name="Google Shape;173;p29"/>
              <p:cNvSpPr/>
              <p:nvPr/>
            </p:nvSpPr>
            <p:spPr>
              <a:xfrm flipH="1">
                <a:off x="185616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53" name="Google Shape;174;p29"/>
              <p:cNvSpPr/>
              <p:nvPr/>
            </p:nvSpPr>
            <p:spPr>
              <a:xfrm flipH="1">
                <a:off x="185616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54" name="Google Shape;175;p29"/>
              <p:cNvSpPr/>
              <p:nvPr/>
            </p:nvSpPr>
            <p:spPr>
              <a:xfrm flipH="1">
                <a:off x="1856160" y="4099320"/>
                <a:ext cx="230760" cy="10436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55" name="Google Shape;176;p29"/>
              <p:cNvSpPr/>
              <p:nvPr/>
            </p:nvSpPr>
            <p:spPr>
              <a:xfrm flipH="1">
                <a:off x="185616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56" name="Google Shape;177;p29"/>
            <p:cNvGrpSpPr/>
            <p:nvPr/>
          </p:nvGrpSpPr>
          <p:grpSpPr>
            <a:xfrm>
              <a:off x="2227680" y="4309200"/>
              <a:ext cx="230760" cy="833760"/>
              <a:chOff x="2227680" y="4309200"/>
              <a:chExt cx="230760" cy="833760"/>
            </a:xfrm>
          </p:grpSpPr>
          <p:sp>
            <p:nvSpPr>
              <p:cNvPr id="57" name="Google Shape;178;p29"/>
              <p:cNvSpPr/>
              <p:nvPr/>
            </p:nvSpPr>
            <p:spPr>
              <a:xfrm flipH="1">
                <a:off x="222732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58" name="Google Shape;179;p29"/>
              <p:cNvSpPr/>
              <p:nvPr/>
            </p:nvSpPr>
            <p:spPr>
              <a:xfrm flipH="1">
                <a:off x="222732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59" name="Google Shape;180;p29"/>
              <p:cNvSpPr/>
              <p:nvPr/>
            </p:nvSpPr>
            <p:spPr>
              <a:xfrm flipH="1">
                <a:off x="222732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60" name="Google Shape;181;p29"/>
              <p:cNvSpPr/>
              <p:nvPr/>
            </p:nvSpPr>
            <p:spPr>
              <a:xfrm flipH="1">
                <a:off x="222732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61" name="Google Shape;182;p29"/>
            <p:cNvGrpSpPr/>
            <p:nvPr/>
          </p:nvGrpSpPr>
          <p:grpSpPr>
            <a:xfrm>
              <a:off x="2599200" y="4519080"/>
              <a:ext cx="230760" cy="623880"/>
              <a:chOff x="2599200" y="4519080"/>
              <a:chExt cx="230760" cy="623880"/>
            </a:xfrm>
          </p:grpSpPr>
          <p:sp>
            <p:nvSpPr>
              <p:cNvPr id="62" name="Google Shape;183;p29"/>
              <p:cNvSpPr/>
              <p:nvPr/>
            </p:nvSpPr>
            <p:spPr>
              <a:xfrm flipH="1">
                <a:off x="259884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63" name="Google Shape;184;p29"/>
              <p:cNvSpPr/>
              <p:nvPr/>
            </p:nvSpPr>
            <p:spPr>
              <a:xfrm flipH="1">
                <a:off x="259884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64" name="Google Shape;185;p29"/>
              <p:cNvSpPr/>
              <p:nvPr/>
            </p:nvSpPr>
            <p:spPr>
              <a:xfrm flipH="1">
                <a:off x="259884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65" name="Google Shape;186;p29"/>
            <p:cNvGrpSpPr/>
            <p:nvPr/>
          </p:nvGrpSpPr>
          <p:grpSpPr>
            <a:xfrm>
              <a:off x="3341880" y="4099320"/>
              <a:ext cx="230760" cy="1043640"/>
              <a:chOff x="3341880" y="4099320"/>
              <a:chExt cx="230760" cy="1043640"/>
            </a:xfrm>
          </p:grpSpPr>
          <p:sp>
            <p:nvSpPr>
              <p:cNvPr id="66" name="Google Shape;187;p29"/>
              <p:cNvSpPr/>
              <p:nvPr/>
            </p:nvSpPr>
            <p:spPr>
              <a:xfrm flipH="1">
                <a:off x="334152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67" name="Google Shape;188;p29"/>
              <p:cNvSpPr/>
              <p:nvPr/>
            </p:nvSpPr>
            <p:spPr>
              <a:xfrm flipH="1">
                <a:off x="334152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68" name="Google Shape;189;p29"/>
              <p:cNvSpPr/>
              <p:nvPr/>
            </p:nvSpPr>
            <p:spPr>
              <a:xfrm flipH="1">
                <a:off x="334152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69" name="Google Shape;190;p29"/>
              <p:cNvSpPr/>
              <p:nvPr/>
            </p:nvSpPr>
            <p:spPr>
              <a:xfrm flipH="1">
                <a:off x="3341520" y="4099320"/>
                <a:ext cx="230760" cy="10436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70" name="Google Shape;191;p29"/>
              <p:cNvSpPr/>
              <p:nvPr/>
            </p:nvSpPr>
            <p:spPr>
              <a:xfrm flipH="1">
                <a:off x="334152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71" name="Google Shape;192;p29"/>
            <p:cNvGrpSpPr/>
            <p:nvPr/>
          </p:nvGrpSpPr>
          <p:grpSpPr>
            <a:xfrm>
              <a:off x="3713040" y="4309200"/>
              <a:ext cx="230760" cy="833760"/>
              <a:chOff x="3713040" y="4309200"/>
              <a:chExt cx="230760" cy="833760"/>
            </a:xfrm>
          </p:grpSpPr>
          <p:sp>
            <p:nvSpPr>
              <p:cNvPr id="72" name="Google Shape;193;p29"/>
              <p:cNvSpPr/>
              <p:nvPr/>
            </p:nvSpPr>
            <p:spPr>
              <a:xfrm flipH="1">
                <a:off x="371268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73" name="Google Shape;194;p29"/>
              <p:cNvSpPr/>
              <p:nvPr/>
            </p:nvSpPr>
            <p:spPr>
              <a:xfrm flipH="1">
                <a:off x="371268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74" name="Google Shape;195;p29"/>
              <p:cNvSpPr/>
              <p:nvPr/>
            </p:nvSpPr>
            <p:spPr>
              <a:xfrm flipH="1">
                <a:off x="371268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75" name="Google Shape;196;p29"/>
              <p:cNvSpPr/>
              <p:nvPr/>
            </p:nvSpPr>
            <p:spPr>
              <a:xfrm flipH="1">
                <a:off x="371268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76" name="Google Shape;197;p29"/>
            <p:cNvGrpSpPr/>
            <p:nvPr/>
          </p:nvGrpSpPr>
          <p:grpSpPr>
            <a:xfrm>
              <a:off x="1485000" y="4309200"/>
              <a:ext cx="230760" cy="833760"/>
              <a:chOff x="1485000" y="4309200"/>
              <a:chExt cx="230760" cy="833760"/>
            </a:xfrm>
          </p:grpSpPr>
          <p:sp>
            <p:nvSpPr>
              <p:cNvPr id="77" name="Google Shape;198;p29"/>
              <p:cNvSpPr/>
              <p:nvPr/>
            </p:nvSpPr>
            <p:spPr>
              <a:xfrm flipH="1">
                <a:off x="148464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78" name="Google Shape;199;p29"/>
              <p:cNvSpPr/>
              <p:nvPr/>
            </p:nvSpPr>
            <p:spPr>
              <a:xfrm flipH="1">
                <a:off x="148464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79" name="Google Shape;200;p29"/>
              <p:cNvSpPr/>
              <p:nvPr/>
            </p:nvSpPr>
            <p:spPr>
              <a:xfrm flipH="1">
                <a:off x="148464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80" name="Google Shape;201;p29"/>
              <p:cNvSpPr/>
              <p:nvPr/>
            </p:nvSpPr>
            <p:spPr>
              <a:xfrm flipH="1">
                <a:off x="148464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81" name="Google Shape;202;p29"/>
            <p:cNvGrpSpPr/>
            <p:nvPr/>
          </p:nvGrpSpPr>
          <p:grpSpPr>
            <a:xfrm>
              <a:off x="4084560" y="4519080"/>
              <a:ext cx="230760" cy="623880"/>
              <a:chOff x="4084560" y="4519080"/>
              <a:chExt cx="230760" cy="623880"/>
            </a:xfrm>
          </p:grpSpPr>
          <p:sp>
            <p:nvSpPr>
              <p:cNvPr id="82" name="Google Shape;203;p29"/>
              <p:cNvSpPr/>
              <p:nvPr/>
            </p:nvSpPr>
            <p:spPr>
              <a:xfrm flipH="1">
                <a:off x="408420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83" name="Google Shape;204;p29"/>
              <p:cNvSpPr/>
              <p:nvPr/>
            </p:nvSpPr>
            <p:spPr>
              <a:xfrm flipH="1">
                <a:off x="408420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84" name="Google Shape;205;p29"/>
              <p:cNvSpPr/>
              <p:nvPr/>
            </p:nvSpPr>
            <p:spPr>
              <a:xfrm flipH="1">
                <a:off x="408420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85" name="Google Shape;206;p29"/>
            <p:cNvGrpSpPr/>
            <p:nvPr/>
          </p:nvGrpSpPr>
          <p:grpSpPr>
            <a:xfrm>
              <a:off x="2970360" y="4309200"/>
              <a:ext cx="230760" cy="833760"/>
              <a:chOff x="2970360" y="4309200"/>
              <a:chExt cx="230760" cy="833760"/>
            </a:xfrm>
          </p:grpSpPr>
          <p:sp>
            <p:nvSpPr>
              <p:cNvPr id="86" name="Google Shape;207;p29"/>
              <p:cNvSpPr/>
              <p:nvPr/>
            </p:nvSpPr>
            <p:spPr>
              <a:xfrm flipH="1">
                <a:off x="297000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87" name="Google Shape;208;p29"/>
              <p:cNvSpPr/>
              <p:nvPr/>
            </p:nvSpPr>
            <p:spPr>
              <a:xfrm flipH="1">
                <a:off x="297000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88" name="Google Shape;209;p29"/>
              <p:cNvSpPr/>
              <p:nvPr/>
            </p:nvSpPr>
            <p:spPr>
              <a:xfrm flipH="1">
                <a:off x="297000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89" name="Google Shape;210;p29"/>
              <p:cNvSpPr/>
              <p:nvPr/>
            </p:nvSpPr>
            <p:spPr>
              <a:xfrm flipH="1">
                <a:off x="297000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90" name="Google Shape;211;p29"/>
            <p:cNvGrpSpPr/>
            <p:nvPr/>
          </p:nvGrpSpPr>
          <p:grpSpPr>
            <a:xfrm>
              <a:off x="4455720" y="4309200"/>
              <a:ext cx="230760" cy="833760"/>
              <a:chOff x="4455720" y="4309200"/>
              <a:chExt cx="230760" cy="833760"/>
            </a:xfrm>
          </p:grpSpPr>
          <p:sp>
            <p:nvSpPr>
              <p:cNvPr id="91" name="Google Shape;212;p29"/>
              <p:cNvSpPr/>
              <p:nvPr/>
            </p:nvSpPr>
            <p:spPr>
              <a:xfrm flipH="1">
                <a:off x="445536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92" name="Google Shape;213;p29"/>
              <p:cNvSpPr/>
              <p:nvPr/>
            </p:nvSpPr>
            <p:spPr>
              <a:xfrm flipH="1">
                <a:off x="445536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93" name="Google Shape;214;p29"/>
              <p:cNvSpPr/>
              <p:nvPr/>
            </p:nvSpPr>
            <p:spPr>
              <a:xfrm flipH="1">
                <a:off x="445536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94" name="Google Shape;215;p29"/>
              <p:cNvSpPr/>
              <p:nvPr/>
            </p:nvSpPr>
            <p:spPr>
              <a:xfrm flipH="1">
                <a:off x="445536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95" name="Google Shape;216;p29"/>
            <p:cNvGrpSpPr/>
            <p:nvPr/>
          </p:nvGrpSpPr>
          <p:grpSpPr>
            <a:xfrm>
              <a:off x="4827240" y="4099320"/>
              <a:ext cx="230760" cy="1043640"/>
              <a:chOff x="4827240" y="4099320"/>
              <a:chExt cx="230760" cy="1043640"/>
            </a:xfrm>
          </p:grpSpPr>
          <p:sp>
            <p:nvSpPr>
              <p:cNvPr id="96" name="Google Shape;217;p29"/>
              <p:cNvSpPr/>
              <p:nvPr/>
            </p:nvSpPr>
            <p:spPr>
              <a:xfrm flipH="1">
                <a:off x="482688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97" name="Google Shape;218;p29"/>
              <p:cNvSpPr/>
              <p:nvPr/>
            </p:nvSpPr>
            <p:spPr>
              <a:xfrm flipH="1">
                <a:off x="482688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98" name="Google Shape;219;p29"/>
              <p:cNvSpPr/>
              <p:nvPr/>
            </p:nvSpPr>
            <p:spPr>
              <a:xfrm flipH="1">
                <a:off x="482688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99" name="Google Shape;220;p29"/>
              <p:cNvSpPr/>
              <p:nvPr/>
            </p:nvSpPr>
            <p:spPr>
              <a:xfrm flipH="1">
                <a:off x="4826880" y="4099320"/>
                <a:ext cx="230760" cy="10436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00" name="Google Shape;221;p29"/>
              <p:cNvSpPr/>
              <p:nvPr/>
            </p:nvSpPr>
            <p:spPr>
              <a:xfrm flipH="1">
                <a:off x="482688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01" name="Google Shape;222;p29"/>
            <p:cNvGrpSpPr/>
            <p:nvPr/>
          </p:nvGrpSpPr>
          <p:grpSpPr>
            <a:xfrm>
              <a:off x="5198760" y="4309200"/>
              <a:ext cx="230760" cy="833760"/>
              <a:chOff x="5198760" y="4309200"/>
              <a:chExt cx="230760" cy="833760"/>
            </a:xfrm>
          </p:grpSpPr>
          <p:sp>
            <p:nvSpPr>
              <p:cNvPr id="102" name="Google Shape;223;p29"/>
              <p:cNvSpPr/>
              <p:nvPr/>
            </p:nvSpPr>
            <p:spPr>
              <a:xfrm flipH="1">
                <a:off x="519840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03" name="Google Shape;224;p29"/>
              <p:cNvSpPr/>
              <p:nvPr/>
            </p:nvSpPr>
            <p:spPr>
              <a:xfrm flipH="1">
                <a:off x="519840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04" name="Google Shape;225;p29"/>
              <p:cNvSpPr/>
              <p:nvPr/>
            </p:nvSpPr>
            <p:spPr>
              <a:xfrm flipH="1">
                <a:off x="519840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05" name="Google Shape;226;p29"/>
              <p:cNvSpPr/>
              <p:nvPr/>
            </p:nvSpPr>
            <p:spPr>
              <a:xfrm flipH="1">
                <a:off x="519840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06" name="Google Shape;227;p29"/>
            <p:cNvGrpSpPr/>
            <p:nvPr/>
          </p:nvGrpSpPr>
          <p:grpSpPr>
            <a:xfrm>
              <a:off x="5569920" y="4519080"/>
              <a:ext cx="230760" cy="623880"/>
              <a:chOff x="5569920" y="4519080"/>
              <a:chExt cx="230760" cy="623880"/>
            </a:xfrm>
          </p:grpSpPr>
          <p:sp>
            <p:nvSpPr>
              <p:cNvPr id="107" name="Google Shape;228;p29"/>
              <p:cNvSpPr/>
              <p:nvPr/>
            </p:nvSpPr>
            <p:spPr>
              <a:xfrm flipH="1">
                <a:off x="556956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08" name="Google Shape;229;p29"/>
              <p:cNvSpPr/>
              <p:nvPr/>
            </p:nvSpPr>
            <p:spPr>
              <a:xfrm flipH="1">
                <a:off x="556956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09" name="Google Shape;230;p29"/>
              <p:cNvSpPr/>
              <p:nvPr/>
            </p:nvSpPr>
            <p:spPr>
              <a:xfrm flipH="1">
                <a:off x="556956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10" name="Google Shape;231;p29"/>
            <p:cNvGrpSpPr/>
            <p:nvPr/>
          </p:nvGrpSpPr>
          <p:grpSpPr>
            <a:xfrm>
              <a:off x="5941440" y="4309200"/>
              <a:ext cx="230760" cy="833760"/>
              <a:chOff x="5941440" y="4309200"/>
              <a:chExt cx="230760" cy="833760"/>
            </a:xfrm>
          </p:grpSpPr>
          <p:sp>
            <p:nvSpPr>
              <p:cNvPr id="111" name="Google Shape;232;p29"/>
              <p:cNvSpPr/>
              <p:nvPr/>
            </p:nvSpPr>
            <p:spPr>
              <a:xfrm flipH="1">
                <a:off x="594108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12" name="Google Shape;233;p29"/>
              <p:cNvSpPr/>
              <p:nvPr/>
            </p:nvSpPr>
            <p:spPr>
              <a:xfrm flipH="1">
                <a:off x="594108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13" name="Google Shape;234;p29"/>
              <p:cNvSpPr/>
              <p:nvPr/>
            </p:nvSpPr>
            <p:spPr>
              <a:xfrm flipH="1">
                <a:off x="594108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14" name="Google Shape;235;p29"/>
              <p:cNvSpPr/>
              <p:nvPr/>
            </p:nvSpPr>
            <p:spPr>
              <a:xfrm flipH="1">
                <a:off x="594108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15" name="Google Shape;236;p29"/>
            <p:cNvGrpSpPr/>
            <p:nvPr/>
          </p:nvGrpSpPr>
          <p:grpSpPr>
            <a:xfrm>
              <a:off x="6312600" y="4099320"/>
              <a:ext cx="230760" cy="1043640"/>
              <a:chOff x="6312600" y="4099320"/>
              <a:chExt cx="230760" cy="1043640"/>
            </a:xfrm>
          </p:grpSpPr>
          <p:sp>
            <p:nvSpPr>
              <p:cNvPr id="116" name="Google Shape;237;p29"/>
              <p:cNvSpPr/>
              <p:nvPr/>
            </p:nvSpPr>
            <p:spPr>
              <a:xfrm flipH="1">
                <a:off x="631224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17" name="Google Shape;238;p29"/>
              <p:cNvSpPr/>
              <p:nvPr/>
            </p:nvSpPr>
            <p:spPr>
              <a:xfrm flipH="1">
                <a:off x="631224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18" name="Google Shape;239;p29"/>
              <p:cNvSpPr/>
              <p:nvPr/>
            </p:nvSpPr>
            <p:spPr>
              <a:xfrm flipH="1">
                <a:off x="631224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19" name="Google Shape;240;p29"/>
              <p:cNvSpPr/>
              <p:nvPr/>
            </p:nvSpPr>
            <p:spPr>
              <a:xfrm flipH="1">
                <a:off x="6312240" y="4099320"/>
                <a:ext cx="230760" cy="10436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20" name="Google Shape;241;p29"/>
              <p:cNvSpPr/>
              <p:nvPr/>
            </p:nvSpPr>
            <p:spPr>
              <a:xfrm flipH="1">
                <a:off x="631224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21" name="Google Shape;242;p29"/>
            <p:cNvGrpSpPr/>
            <p:nvPr/>
          </p:nvGrpSpPr>
          <p:grpSpPr>
            <a:xfrm>
              <a:off x="6684120" y="4309200"/>
              <a:ext cx="230760" cy="833760"/>
              <a:chOff x="6684120" y="4309200"/>
              <a:chExt cx="230760" cy="833760"/>
            </a:xfrm>
          </p:grpSpPr>
          <p:sp>
            <p:nvSpPr>
              <p:cNvPr id="122" name="Google Shape;243;p29"/>
              <p:cNvSpPr/>
              <p:nvPr/>
            </p:nvSpPr>
            <p:spPr>
              <a:xfrm flipH="1">
                <a:off x="668376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23" name="Google Shape;244;p29"/>
              <p:cNvSpPr/>
              <p:nvPr/>
            </p:nvSpPr>
            <p:spPr>
              <a:xfrm flipH="1">
                <a:off x="668376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24" name="Google Shape;245;p29"/>
              <p:cNvSpPr/>
              <p:nvPr/>
            </p:nvSpPr>
            <p:spPr>
              <a:xfrm flipH="1">
                <a:off x="668376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25" name="Google Shape;246;p29"/>
              <p:cNvSpPr/>
              <p:nvPr/>
            </p:nvSpPr>
            <p:spPr>
              <a:xfrm flipH="1">
                <a:off x="668376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26" name="Google Shape;247;p29"/>
            <p:cNvGrpSpPr/>
            <p:nvPr/>
          </p:nvGrpSpPr>
          <p:grpSpPr>
            <a:xfrm>
              <a:off x="7055280" y="4519080"/>
              <a:ext cx="230760" cy="623880"/>
              <a:chOff x="7055280" y="4519080"/>
              <a:chExt cx="230760" cy="623880"/>
            </a:xfrm>
          </p:grpSpPr>
          <p:sp>
            <p:nvSpPr>
              <p:cNvPr id="127" name="Google Shape;248;p29"/>
              <p:cNvSpPr/>
              <p:nvPr/>
            </p:nvSpPr>
            <p:spPr>
              <a:xfrm flipH="1">
                <a:off x="705492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28" name="Google Shape;249;p29"/>
              <p:cNvSpPr/>
              <p:nvPr/>
            </p:nvSpPr>
            <p:spPr>
              <a:xfrm flipH="1">
                <a:off x="705492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29" name="Google Shape;250;p29"/>
              <p:cNvSpPr/>
              <p:nvPr/>
            </p:nvSpPr>
            <p:spPr>
              <a:xfrm flipH="1">
                <a:off x="705492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30" name="Google Shape;251;p29"/>
            <p:cNvGrpSpPr/>
            <p:nvPr/>
          </p:nvGrpSpPr>
          <p:grpSpPr>
            <a:xfrm>
              <a:off x="7797960" y="4099320"/>
              <a:ext cx="230760" cy="1043640"/>
              <a:chOff x="7797960" y="4099320"/>
              <a:chExt cx="230760" cy="1043640"/>
            </a:xfrm>
          </p:grpSpPr>
          <p:sp>
            <p:nvSpPr>
              <p:cNvPr id="131" name="Google Shape;252;p29"/>
              <p:cNvSpPr/>
              <p:nvPr/>
            </p:nvSpPr>
            <p:spPr>
              <a:xfrm flipH="1">
                <a:off x="779760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32" name="Google Shape;253;p29"/>
              <p:cNvSpPr/>
              <p:nvPr/>
            </p:nvSpPr>
            <p:spPr>
              <a:xfrm flipH="1">
                <a:off x="779760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33" name="Google Shape;254;p29"/>
              <p:cNvSpPr/>
              <p:nvPr/>
            </p:nvSpPr>
            <p:spPr>
              <a:xfrm flipH="1">
                <a:off x="779760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34" name="Google Shape;255;p29"/>
              <p:cNvSpPr/>
              <p:nvPr/>
            </p:nvSpPr>
            <p:spPr>
              <a:xfrm flipH="1">
                <a:off x="7797600" y="4099320"/>
                <a:ext cx="230760" cy="10436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35" name="Google Shape;256;p29"/>
              <p:cNvSpPr/>
              <p:nvPr/>
            </p:nvSpPr>
            <p:spPr>
              <a:xfrm flipH="1">
                <a:off x="779760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36" name="Google Shape;257;p29"/>
            <p:cNvGrpSpPr/>
            <p:nvPr/>
          </p:nvGrpSpPr>
          <p:grpSpPr>
            <a:xfrm>
              <a:off x="8169480" y="4309200"/>
              <a:ext cx="230760" cy="833760"/>
              <a:chOff x="8169480" y="4309200"/>
              <a:chExt cx="230760" cy="833760"/>
            </a:xfrm>
          </p:grpSpPr>
          <p:sp>
            <p:nvSpPr>
              <p:cNvPr id="137" name="Google Shape;258;p29"/>
              <p:cNvSpPr/>
              <p:nvPr/>
            </p:nvSpPr>
            <p:spPr>
              <a:xfrm flipH="1">
                <a:off x="816912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38" name="Google Shape;259;p29"/>
              <p:cNvSpPr/>
              <p:nvPr/>
            </p:nvSpPr>
            <p:spPr>
              <a:xfrm flipH="1">
                <a:off x="816912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39" name="Google Shape;260;p29"/>
              <p:cNvSpPr/>
              <p:nvPr/>
            </p:nvSpPr>
            <p:spPr>
              <a:xfrm flipH="1">
                <a:off x="816912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40" name="Google Shape;261;p29"/>
              <p:cNvSpPr/>
              <p:nvPr/>
            </p:nvSpPr>
            <p:spPr>
              <a:xfrm flipH="1">
                <a:off x="816912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41" name="Google Shape;262;p29"/>
            <p:cNvGrpSpPr/>
            <p:nvPr/>
          </p:nvGrpSpPr>
          <p:grpSpPr>
            <a:xfrm>
              <a:off x="7426800" y="4309200"/>
              <a:ext cx="230760" cy="833760"/>
              <a:chOff x="7426800" y="4309200"/>
              <a:chExt cx="230760" cy="833760"/>
            </a:xfrm>
          </p:grpSpPr>
          <p:sp>
            <p:nvSpPr>
              <p:cNvPr id="142" name="Google Shape;263;p29"/>
              <p:cNvSpPr/>
              <p:nvPr/>
            </p:nvSpPr>
            <p:spPr>
              <a:xfrm flipH="1">
                <a:off x="742644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43" name="Google Shape;264;p29"/>
              <p:cNvSpPr/>
              <p:nvPr/>
            </p:nvSpPr>
            <p:spPr>
              <a:xfrm flipH="1">
                <a:off x="742644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44" name="Google Shape;265;p29"/>
              <p:cNvSpPr/>
              <p:nvPr/>
            </p:nvSpPr>
            <p:spPr>
              <a:xfrm flipH="1">
                <a:off x="742644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45" name="Google Shape;266;p29"/>
              <p:cNvSpPr/>
              <p:nvPr/>
            </p:nvSpPr>
            <p:spPr>
              <a:xfrm flipH="1">
                <a:off x="742644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46" name="Google Shape;267;p29"/>
            <p:cNvGrpSpPr/>
            <p:nvPr/>
          </p:nvGrpSpPr>
          <p:grpSpPr>
            <a:xfrm>
              <a:off x="8540640" y="4519080"/>
              <a:ext cx="230760" cy="623880"/>
              <a:chOff x="8540640" y="4519080"/>
              <a:chExt cx="230760" cy="623880"/>
            </a:xfrm>
          </p:grpSpPr>
          <p:sp>
            <p:nvSpPr>
              <p:cNvPr id="147" name="Google Shape;268;p29"/>
              <p:cNvSpPr/>
              <p:nvPr/>
            </p:nvSpPr>
            <p:spPr>
              <a:xfrm flipH="1">
                <a:off x="854028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48" name="Google Shape;269;p29"/>
              <p:cNvSpPr/>
              <p:nvPr/>
            </p:nvSpPr>
            <p:spPr>
              <a:xfrm flipH="1">
                <a:off x="854028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49" name="Google Shape;270;p29"/>
              <p:cNvSpPr/>
              <p:nvPr/>
            </p:nvSpPr>
            <p:spPr>
              <a:xfrm flipH="1">
                <a:off x="854028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50" name="Google Shape;271;p29"/>
            <p:cNvGrpSpPr/>
            <p:nvPr/>
          </p:nvGrpSpPr>
          <p:grpSpPr>
            <a:xfrm>
              <a:off x="8912160" y="4309200"/>
              <a:ext cx="230760" cy="833760"/>
              <a:chOff x="8912160" y="4309200"/>
              <a:chExt cx="230760" cy="833760"/>
            </a:xfrm>
          </p:grpSpPr>
          <p:sp>
            <p:nvSpPr>
              <p:cNvPr id="151" name="Google Shape;272;p29"/>
              <p:cNvSpPr/>
              <p:nvPr/>
            </p:nvSpPr>
            <p:spPr>
              <a:xfrm flipH="1">
                <a:off x="8911800" y="4728600"/>
                <a:ext cx="230760" cy="4143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52" name="Google Shape;273;p29"/>
              <p:cNvSpPr/>
              <p:nvPr/>
            </p:nvSpPr>
            <p:spPr>
              <a:xfrm flipH="1">
                <a:off x="8911800" y="4309200"/>
                <a:ext cx="230760" cy="8337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53" name="Google Shape;274;p29"/>
              <p:cNvSpPr/>
              <p:nvPr/>
            </p:nvSpPr>
            <p:spPr>
              <a:xfrm flipH="1">
                <a:off x="8911800" y="4519080"/>
                <a:ext cx="230760" cy="6238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54" name="Google Shape;275;p29"/>
              <p:cNvSpPr/>
              <p:nvPr/>
            </p:nvSpPr>
            <p:spPr>
              <a:xfrm flipH="1">
                <a:off x="8911800" y="4938480"/>
                <a:ext cx="230760" cy="20448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87480" bIns="8748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</p:grpSp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6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lt1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F21E87-CBB2-441E-96A6-F3850C7BDFD1}" type="slidenum">
              <a:rPr b="0" lang="es" sz="900" spc="-1" strike="noStrike">
                <a:solidFill>
                  <a:schemeClr val="lt1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2;p19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161" name="Google Shape;13;p19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162" name="Google Shape;14;p19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7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C4CE8E-057D-452A-85DE-84401509C258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oogle Shape;12;p19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169" name="Google Shape;13;p19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170" name="Google Shape;14;p19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8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38DAAC-4330-4E15-9BD8-6DB6A13B8390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ftr" idx="9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 type="sldNum" idx="10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67543D-DA80-4997-90E2-615985D08776}" type="slidenum">
              <a:rPr b="0" lang="es" sz="900" spc="-1" strike="noStrike">
                <a:solidFill>
                  <a:schemeClr val="dk2"/>
                </a:solidFill>
                <a:latin typeface="Calibri"/>
                <a:ea typeface="Calibri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 type="dt" idx="11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25;p21"/>
          <p:cNvGrpSpPr/>
          <p:nvPr/>
        </p:nvGrpSpPr>
        <p:grpSpPr>
          <a:xfrm>
            <a:off x="7342920" y="3409560"/>
            <a:ext cx="1690920" cy="1731960"/>
            <a:chOff x="7342920" y="3409560"/>
            <a:chExt cx="1690920" cy="1731960"/>
          </a:xfrm>
        </p:grpSpPr>
        <p:grpSp>
          <p:nvGrpSpPr>
            <p:cNvPr id="184" name="Google Shape;26;p21"/>
            <p:cNvGrpSpPr/>
            <p:nvPr/>
          </p:nvGrpSpPr>
          <p:grpSpPr>
            <a:xfrm>
              <a:off x="7342920" y="4453560"/>
              <a:ext cx="316080" cy="687960"/>
              <a:chOff x="7342920" y="4453560"/>
              <a:chExt cx="316080" cy="687960"/>
            </a:xfrm>
          </p:grpSpPr>
          <p:sp>
            <p:nvSpPr>
              <p:cNvPr id="185" name="Google Shape;27;p21"/>
              <p:cNvSpPr/>
              <p:nvPr/>
            </p:nvSpPr>
            <p:spPr>
              <a:xfrm>
                <a:off x="7342920" y="4453560"/>
                <a:ext cx="316080" cy="6879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86" name="Google Shape;28;p21"/>
              <p:cNvSpPr/>
              <p:nvPr/>
            </p:nvSpPr>
            <p:spPr>
              <a:xfrm>
                <a:off x="7342920" y="4801680"/>
                <a:ext cx="316080" cy="339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87" name="Google Shape;29;p21"/>
            <p:cNvGrpSpPr/>
            <p:nvPr/>
          </p:nvGrpSpPr>
          <p:grpSpPr>
            <a:xfrm>
              <a:off x="7801200" y="4105800"/>
              <a:ext cx="316080" cy="1035720"/>
              <a:chOff x="7801200" y="4105800"/>
              <a:chExt cx="316080" cy="1035720"/>
            </a:xfrm>
          </p:grpSpPr>
          <p:sp>
            <p:nvSpPr>
              <p:cNvPr id="188" name="Google Shape;30;p21"/>
              <p:cNvSpPr/>
              <p:nvPr/>
            </p:nvSpPr>
            <p:spPr>
              <a:xfrm>
                <a:off x="7801200" y="4453560"/>
                <a:ext cx="316080" cy="6879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89" name="Google Shape;31;p21"/>
              <p:cNvSpPr/>
              <p:nvPr/>
            </p:nvSpPr>
            <p:spPr>
              <a:xfrm>
                <a:off x="7801200" y="4105800"/>
                <a:ext cx="316080" cy="103572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90" name="Google Shape;32;p21"/>
              <p:cNvSpPr/>
              <p:nvPr/>
            </p:nvSpPr>
            <p:spPr>
              <a:xfrm>
                <a:off x="7801200" y="4801680"/>
                <a:ext cx="316080" cy="339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91" name="Google Shape;33;p21"/>
            <p:cNvGrpSpPr/>
            <p:nvPr/>
          </p:nvGrpSpPr>
          <p:grpSpPr>
            <a:xfrm>
              <a:off x="8259480" y="3757680"/>
              <a:ext cx="316080" cy="1383840"/>
              <a:chOff x="8259480" y="3757680"/>
              <a:chExt cx="316080" cy="1383840"/>
            </a:xfrm>
          </p:grpSpPr>
          <p:sp>
            <p:nvSpPr>
              <p:cNvPr id="192" name="Google Shape;34;p21"/>
              <p:cNvSpPr/>
              <p:nvPr/>
            </p:nvSpPr>
            <p:spPr>
              <a:xfrm>
                <a:off x="8259480" y="4453560"/>
                <a:ext cx="316080" cy="6879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93" name="Google Shape;35;p21"/>
              <p:cNvSpPr/>
              <p:nvPr/>
            </p:nvSpPr>
            <p:spPr>
              <a:xfrm>
                <a:off x="8259480" y="3757680"/>
                <a:ext cx="316080" cy="1383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94" name="Google Shape;36;p21"/>
              <p:cNvSpPr/>
              <p:nvPr/>
            </p:nvSpPr>
            <p:spPr>
              <a:xfrm>
                <a:off x="8259480" y="4105800"/>
                <a:ext cx="316080" cy="103572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95" name="Google Shape;37;p21"/>
              <p:cNvSpPr/>
              <p:nvPr/>
            </p:nvSpPr>
            <p:spPr>
              <a:xfrm>
                <a:off x="8259480" y="4801680"/>
                <a:ext cx="316080" cy="339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196" name="Google Shape;38;p21"/>
            <p:cNvGrpSpPr/>
            <p:nvPr/>
          </p:nvGrpSpPr>
          <p:grpSpPr>
            <a:xfrm>
              <a:off x="8717760" y="3409560"/>
              <a:ext cx="316080" cy="1731960"/>
              <a:chOff x="8717760" y="3409560"/>
              <a:chExt cx="316080" cy="1731960"/>
            </a:xfrm>
          </p:grpSpPr>
          <p:sp>
            <p:nvSpPr>
              <p:cNvPr id="197" name="Google Shape;39;p21"/>
              <p:cNvSpPr/>
              <p:nvPr/>
            </p:nvSpPr>
            <p:spPr>
              <a:xfrm>
                <a:off x="8717760" y="4453560"/>
                <a:ext cx="316080" cy="6879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98" name="Google Shape;40;p21"/>
              <p:cNvSpPr/>
              <p:nvPr/>
            </p:nvSpPr>
            <p:spPr>
              <a:xfrm>
                <a:off x="8717760" y="3757680"/>
                <a:ext cx="316080" cy="1383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199" name="Google Shape;41;p21"/>
              <p:cNvSpPr/>
              <p:nvPr/>
            </p:nvSpPr>
            <p:spPr>
              <a:xfrm>
                <a:off x="8717760" y="4105800"/>
                <a:ext cx="316080" cy="103572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00" name="Google Shape;42;p21"/>
              <p:cNvSpPr/>
              <p:nvPr/>
            </p:nvSpPr>
            <p:spPr>
              <a:xfrm>
                <a:off x="8717760" y="3409560"/>
                <a:ext cx="316080" cy="17319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01" name="Google Shape;43;p21"/>
              <p:cNvSpPr/>
              <p:nvPr/>
            </p:nvSpPr>
            <p:spPr>
              <a:xfrm>
                <a:off x="8717760" y="4801680"/>
                <a:ext cx="316080" cy="339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</p:grpSp>
      <p:grpSp>
        <p:nvGrpSpPr>
          <p:cNvPr id="202" name="Google Shape;44;p21"/>
          <p:cNvGrpSpPr/>
          <p:nvPr/>
        </p:nvGrpSpPr>
        <p:grpSpPr>
          <a:xfrm>
            <a:off x="5043600" y="0"/>
            <a:ext cx="3813480" cy="3838680"/>
            <a:chOff x="5043600" y="0"/>
            <a:chExt cx="3813480" cy="3838680"/>
          </a:xfrm>
        </p:grpSpPr>
        <p:sp>
          <p:nvSpPr>
            <p:cNvPr id="203" name="Google Shape;45;p21"/>
            <p:cNvSpPr/>
            <p:nvPr/>
          </p:nvSpPr>
          <p:spPr>
            <a:xfrm>
              <a:off x="8461080" y="1817640"/>
              <a:ext cx="396000" cy="396000"/>
            </a:xfrm>
            <a:prstGeom prst="ellipse">
              <a:avLst/>
            </a:prstGeom>
            <a:solidFill>
              <a:schemeClr val="lt1">
                <a:alpha val="9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04" name="Google Shape;46;p21"/>
            <p:cNvSpPr/>
            <p:nvPr/>
          </p:nvSpPr>
          <p:spPr>
            <a:xfrm rot="11769600">
              <a:off x="6470280" y="3481200"/>
              <a:ext cx="319320" cy="319320"/>
            </a:xfrm>
            <a:prstGeom prst="ellipse">
              <a:avLst/>
            </a:prstGeom>
            <a:solidFill>
              <a:schemeClr val="lt1">
                <a:alpha val="9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grpSp>
          <p:nvGrpSpPr>
            <p:cNvPr id="205" name="Google Shape;47;p21"/>
            <p:cNvGrpSpPr/>
            <p:nvPr/>
          </p:nvGrpSpPr>
          <p:grpSpPr>
            <a:xfrm>
              <a:off x="7648560" y="2704320"/>
              <a:ext cx="634320" cy="634320"/>
              <a:chOff x="7648560" y="2704320"/>
              <a:chExt cx="634320" cy="634320"/>
            </a:xfrm>
          </p:grpSpPr>
          <p:sp>
            <p:nvSpPr>
              <p:cNvPr id="206" name="Google Shape;48;p21"/>
              <p:cNvSpPr/>
              <p:nvPr/>
            </p:nvSpPr>
            <p:spPr>
              <a:xfrm rot="5400000">
                <a:off x="7648560" y="2704320"/>
                <a:ext cx="634320" cy="634320"/>
              </a:xfrm>
              <a:prstGeom prst="ellipse">
                <a:avLst/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07" name="Google Shape;49;p21"/>
              <p:cNvSpPr/>
              <p:nvPr/>
            </p:nvSpPr>
            <p:spPr>
              <a:xfrm rot="5400000">
                <a:off x="7648560" y="2704320"/>
                <a:ext cx="634320" cy="634320"/>
              </a:xfrm>
              <a:prstGeom prst="pie">
                <a:avLst>
                  <a:gd name="adj1" fmla="val 8244818"/>
                  <a:gd name="adj2" fmla="val 16246175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08" name="Google Shape;50;p21"/>
              <p:cNvSpPr/>
              <p:nvPr/>
            </p:nvSpPr>
            <p:spPr>
              <a:xfrm rot="5400000">
                <a:off x="7769160" y="2824920"/>
                <a:ext cx="393480" cy="393480"/>
              </a:xfrm>
              <a:prstGeom prst="ellipse">
                <a:avLst/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sp>
          <p:nvSpPr>
            <p:cNvPr id="209" name="Google Shape;51;p21"/>
            <p:cNvSpPr/>
            <p:nvPr/>
          </p:nvSpPr>
          <p:spPr>
            <a:xfrm>
              <a:off x="8461080" y="1817640"/>
              <a:ext cx="396000" cy="396000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grpSp>
          <p:nvGrpSpPr>
            <p:cNvPr id="210" name="Google Shape;52;p21"/>
            <p:cNvGrpSpPr/>
            <p:nvPr/>
          </p:nvGrpSpPr>
          <p:grpSpPr>
            <a:xfrm>
              <a:off x="7953120" y="179640"/>
              <a:ext cx="872280" cy="872280"/>
              <a:chOff x="7953120" y="179640"/>
              <a:chExt cx="872280" cy="872280"/>
            </a:xfrm>
          </p:grpSpPr>
          <p:sp>
            <p:nvSpPr>
              <p:cNvPr id="211" name="Google Shape;53;p21"/>
              <p:cNvSpPr/>
              <p:nvPr/>
            </p:nvSpPr>
            <p:spPr>
              <a:xfrm rot="12952800">
                <a:off x="8076960" y="303480"/>
                <a:ext cx="624600" cy="624600"/>
              </a:xfrm>
              <a:prstGeom prst="ellipse">
                <a:avLst/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12" name="Google Shape;54;p21"/>
              <p:cNvSpPr/>
              <p:nvPr/>
            </p:nvSpPr>
            <p:spPr>
              <a:xfrm rot="12952800">
                <a:off x="8076960" y="303480"/>
                <a:ext cx="624600" cy="624600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sp>
          <p:nvSpPr>
            <p:cNvPr id="213" name="Google Shape;55;p21"/>
            <p:cNvSpPr/>
            <p:nvPr/>
          </p:nvSpPr>
          <p:spPr>
            <a:xfrm>
              <a:off x="5400000" y="356400"/>
              <a:ext cx="2576160" cy="2576160"/>
            </a:xfrm>
            <a:prstGeom prst="ellipse">
              <a:avLst/>
            </a:prstGeom>
            <a:solidFill>
              <a:schemeClr val="lt1">
                <a:alpha val="9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14" name="Google Shape;56;p21"/>
            <p:cNvSpPr/>
            <p:nvPr/>
          </p:nvSpPr>
          <p:spPr>
            <a:xfrm rot="2043600">
              <a:off x="5503680" y="460080"/>
              <a:ext cx="2368800" cy="2368800"/>
            </a:xfrm>
            <a:prstGeom prst="ellipse">
              <a:avLst/>
            </a:prstGeom>
            <a:solidFill>
              <a:schemeClr val="lt1">
                <a:alpha val="9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15" name="Google Shape;57;p21"/>
            <p:cNvSpPr/>
            <p:nvPr/>
          </p:nvSpPr>
          <p:spPr>
            <a:xfrm>
              <a:off x="5399640" y="360360"/>
              <a:ext cx="2576160" cy="2576160"/>
            </a:xfrm>
            <a:prstGeom prst="pie">
              <a:avLst>
                <a:gd name="adj1" fmla="val 8801158"/>
                <a:gd name="adj2" fmla="val 16200000"/>
              </a:avLst>
            </a:prstGeom>
            <a:solidFill>
              <a:schemeClr val="lt1">
                <a:alpha val="9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16" name="Google Shape;58;p21"/>
            <p:cNvSpPr/>
            <p:nvPr/>
          </p:nvSpPr>
          <p:spPr>
            <a:xfrm rot="2044800">
              <a:off x="5911560" y="867240"/>
              <a:ext cx="1553400" cy="1553400"/>
            </a:xfrm>
            <a:prstGeom prst="ellipse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217" name="Google Shape;59;p21"/>
            <p:cNvSpPr/>
            <p:nvPr/>
          </p:nvSpPr>
          <p:spPr>
            <a:xfrm>
              <a:off x="5399640" y="356400"/>
              <a:ext cx="2576160" cy="2576160"/>
            </a:xfrm>
            <a:prstGeom prst="pie">
              <a:avLst>
                <a:gd name="adj1" fmla="val 12554101"/>
                <a:gd name="adj2" fmla="val 16200000"/>
              </a:avLst>
            </a:prstGeom>
            <a:solidFill>
              <a:schemeClr val="lt1">
                <a:alpha val="9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18" name="Google Shape;60;p21"/>
            <p:cNvSpPr/>
            <p:nvPr/>
          </p:nvSpPr>
          <p:spPr>
            <a:xfrm rot="11769600">
              <a:off x="6470280" y="3481200"/>
              <a:ext cx="319320" cy="319320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2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lt1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BAEB6F-B4A4-4C24-BBE5-8E3AE027F653}" type="slidenum">
              <a:rPr b="0" lang="es" sz="900" spc="-1" strike="noStrike">
                <a:solidFill>
                  <a:schemeClr val="lt1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4" name="Google Shape;65;p22"/>
          <p:cNvGrpSpPr/>
          <p:nvPr/>
        </p:nvGrpSpPr>
        <p:grpSpPr>
          <a:xfrm>
            <a:off x="147600" y="3960"/>
            <a:ext cx="1232280" cy="1383840"/>
            <a:chOff x="147600" y="3960"/>
            <a:chExt cx="1232280" cy="1383840"/>
          </a:xfrm>
        </p:grpSpPr>
        <p:grpSp>
          <p:nvGrpSpPr>
            <p:cNvPr id="225" name="Google Shape;66;p22"/>
            <p:cNvGrpSpPr/>
            <p:nvPr/>
          </p:nvGrpSpPr>
          <p:grpSpPr>
            <a:xfrm>
              <a:off x="1063800" y="3960"/>
              <a:ext cx="316080" cy="687960"/>
              <a:chOff x="1063800" y="3960"/>
              <a:chExt cx="316080" cy="687960"/>
            </a:xfrm>
          </p:grpSpPr>
          <p:sp>
            <p:nvSpPr>
              <p:cNvPr id="226" name="Google Shape;67;p22"/>
              <p:cNvSpPr/>
              <p:nvPr/>
            </p:nvSpPr>
            <p:spPr>
              <a:xfrm rot="10800000">
                <a:off x="1063800" y="3960"/>
                <a:ext cx="316080" cy="6879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27" name="Google Shape;68;p22"/>
              <p:cNvSpPr/>
              <p:nvPr/>
            </p:nvSpPr>
            <p:spPr>
              <a:xfrm rot="10800000">
                <a:off x="1063800" y="3960"/>
                <a:ext cx="316080" cy="339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228" name="Google Shape;69;p22"/>
            <p:cNvGrpSpPr/>
            <p:nvPr/>
          </p:nvGrpSpPr>
          <p:grpSpPr>
            <a:xfrm>
              <a:off x="605520" y="3960"/>
              <a:ext cx="316080" cy="1036080"/>
              <a:chOff x="605520" y="3960"/>
              <a:chExt cx="316080" cy="1036080"/>
            </a:xfrm>
          </p:grpSpPr>
          <p:sp>
            <p:nvSpPr>
              <p:cNvPr id="229" name="Google Shape;70;p22"/>
              <p:cNvSpPr/>
              <p:nvPr/>
            </p:nvSpPr>
            <p:spPr>
              <a:xfrm rot="10800000">
                <a:off x="605520" y="3960"/>
                <a:ext cx="316080" cy="6879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30" name="Google Shape;71;p22"/>
              <p:cNvSpPr/>
              <p:nvPr/>
            </p:nvSpPr>
            <p:spPr>
              <a:xfrm rot="10800000">
                <a:off x="605520" y="4320"/>
                <a:ext cx="316080" cy="103572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31" name="Google Shape;72;p22"/>
              <p:cNvSpPr/>
              <p:nvPr/>
            </p:nvSpPr>
            <p:spPr>
              <a:xfrm rot="10800000">
                <a:off x="605520" y="3960"/>
                <a:ext cx="316080" cy="339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232" name="Google Shape;73;p22"/>
            <p:cNvGrpSpPr/>
            <p:nvPr/>
          </p:nvGrpSpPr>
          <p:grpSpPr>
            <a:xfrm>
              <a:off x="147600" y="3960"/>
              <a:ext cx="316080" cy="1383840"/>
              <a:chOff x="147600" y="3960"/>
              <a:chExt cx="316080" cy="1383840"/>
            </a:xfrm>
          </p:grpSpPr>
          <p:sp>
            <p:nvSpPr>
              <p:cNvPr id="233" name="Google Shape;74;p22"/>
              <p:cNvSpPr/>
              <p:nvPr/>
            </p:nvSpPr>
            <p:spPr>
              <a:xfrm rot="10800000">
                <a:off x="147600" y="3960"/>
                <a:ext cx="316080" cy="6879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34" name="Google Shape;75;p22"/>
              <p:cNvSpPr/>
              <p:nvPr/>
            </p:nvSpPr>
            <p:spPr>
              <a:xfrm rot="10800000">
                <a:off x="147600" y="3960"/>
                <a:ext cx="316080" cy="1383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35" name="Google Shape;76;p22"/>
              <p:cNvSpPr/>
              <p:nvPr/>
            </p:nvSpPr>
            <p:spPr>
              <a:xfrm rot="10800000">
                <a:off x="147600" y="4320"/>
                <a:ext cx="316080" cy="103572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36" name="Google Shape;77;p22"/>
              <p:cNvSpPr/>
              <p:nvPr/>
            </p:nvSpPr>
            <p:spPr>
              <a:xfrm rot="10800000">
                <a:off x="147600" y="3960"/>
                <a:ext cx="316080" cy="339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</p:grpSp>
      <p:grpSp>
        <p:nvGrpSpPr>
          <p:cNvPr id="237" name="Google Shape;78;p22"/>
          <p:cNvGrpSpPr/>
          <p:nvPr/>
        </p:nvGrpSpPr>
        <p:grpSpPr>
          <a:xfrm>
            <a:off x="6775200" y="2904120"/>
            <a:ext cx="2185560" cy="2238840"/>
            <a:chOff x="6775200" y="2904120"/>
            <a:chExt cx="2185560" cy="2238840"/>
          </a:xfrm>
        </p:grpSpPr>
        <p:grpSp>
          <p:nvGrpSpPr>
            <p:cNvPr id="238" name="Google Shape;79;p22"/>
            <p:cNvGrpSpPr/>
            <p:nvPr/>
          </p:nvGrpSpPr>
          <p:grpSpPr>
            <a:xfrm>
              <a:off x="6775200" y="4253760"/>
              <a:ext cx="408960" cy="889200"/>
              <a:chOff x="6775200" y="4253760"/>
              <a:chExt cx="408960" cy="889200"/>
            </a:xfrm>
          </p:grpSpPr>
          <p:sp>
            <p:nvSpPr>
              <p:cNvPr id="239" name="Google Shape;80;p22"/>
              <p:cNvSpPr/>
              <p:nvPr/>
            </p:nvSpPr>
            <p:spPr>
              <a:xfrm>
                <a:off x="6775200" y="4253760"/>
                <a:ext cx="408960" cy="889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40" name="Google Shape;81;p22"/>
              <p:cNvSpPr/>
              <p:nvPr/>
            </p:nvSpPr>
            <p:spPr>
              <a:xfrm>
                <a:off x="6775200" y="4703400"/>
                <a:ext cx="408960" cy="4395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241" name="Google Shape;82;p22"/>
            <p:cNvGrpSpPr/>
            <p:nvPr/>
          </p:nvGrpSpPr>
          <p:grpSpPr>
            <a:xfrm>
              <a:off x="7367400" y="3804120"/>
              <a:ext cx="408960" cy="1338840"/>
              <a:chOff x="7367400" y="3804120"/>
              <a:chExt cx="408960" cy="1338840"/>
            </a:xfrm>
          </p:grpSpPr>
          <p:sp>
            <p:nvSpPr>
              <p:cNvPr id="242" name="Google Shape;83;p22"/>
              <p:cNvSpPr/>
              <p:nvPr/>
            </p:nvSpPr>
            <p:spPr>
              <a:xfrm>
                <a:off x="7367400" y="4253760"/>
                <a:ext cx="408960" cy="889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43" name="Google Shape;84;p22"/>
              <p:cNvSpPr/>
              <p:nvPr/>
            </p:nvSpPr>
            <p:spPr>
              <a:xfrm>
                <a:off x="7367400" y="3804120"/>
                <a:ext cx="408960" cy="1338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44" name="Google Shape;85;p22"/>
              <p:cNvSpPr/>
              <p:nvPr/>
            </p:nvSpPr>
            <p:spPr>
              <a:xfrm>
                <a:off x="7367400" y="4703400"/>
                <a:ext cx="408960" cy="4395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245" name="Google Shape;86;p22"/>
            <p:cNvGrpSpPr/>
            <p:nvPr/>
          </p:nvGrpSpPr>
          <p:grpSpPr>
            <a:xfrm>
              <a:off x="7959600" y="3354120"/>
              <a:ext cx="408960" cy="1788840"/>
              <a:chOff x="7959600" y="3354120"/>
              <a:chExt cx="408960" cy="1788840"/>
            </a:xfrm>
          </p:grpSpPr>
          <p:sp>
            <p:nvSpPr>
              <p:cNvPr id="246" name="Google Shape;87;p22"/>
              <p:cNvSpPr/>
              <p:nvPr/>
            </p:nvSpPr>
            <p:spPr>
              <a:xfrm>
                <a:off x="7959600" y="4253760"/>
                <a:ext cx="408960" cy="889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47" name="Google Shape;88;p22"/>
              <p:cNvSpPr/>
              <p:nvPr/>
            </p:nvSpPr>
            <p:spPr>
              <a:xfrm>
                <a:off x="7959600" y="3354120"/>
                <a:ext cx="408960" cy="1788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48" name="Google Shape;89;p22"/>
              <p:cNvSpPr/>
              <p:nvPr/>
            </p:nvSpPr>
            <p:spPr>
              <a:xfrm>
                <a:off x="7959600" y="3804120"/>
                <a:ext cx="408960" cy="1338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49" name="Google Shape;90;p22"/>
              <p:cNvSpPr/>
              <p:nvPr/>
            </p:nvSpPr>
            <p:spPr>
              <a:xfrm>
                <a:off x="7959600" y="4703400"/>
                <a:ext cx="408960" cy="4395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250" name="Google Shape;91;p22"/>
            <p:cNvGrpSpPr/>
            <p:nvPr/>
          </p:nvGrpSpPr>
          <p:grpSpPr>
            <a:xfrm>
              <a:off x="8551800" y="2904120"/>
              <a:ext cx="408960" cy="2238840"/>
              <a:chOff x="8551800" y="2904120"/>
              <a:chExt cx="408960" cy="2238840"/>
            </a:xfrm>
          </p:grpSpPr>
          <p:sp>
            <p:nvSpPr>
              <p:cNvPr id="251" name="Google Shape;92;p22"/>
              <p:cNvSpPr/>
              <p:nvPr/>
            </p:nvSpPr>
            <p:spPr>
              <a:xfrm>
                <a:off x="8551800" y="4253760"/>
                <a:ext cx="408960" cy="889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52" name="Google Shape;93;p22"/>
              <p:cNvSpPr/>
              <p:nvPr/>
            </p:nvSpPr>
            <p:spPr>
              <a:xfrm>
                <a:off x="8551800" y="3354120"/>
                <a:ext cx="408960" cy="1788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53" name="Google Shape;94;p22"/>
              <p:cNvSpPr/>
              <p:nvPr/>
            </p:nvSpPr>
            <p:spPr>
              <a:xfrm>
                <a:off x="8551800" y="3804120"/>
                <a:ext cx="408960" cy="1338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54" name="Google Shape;95;p22"/>
              <p:cNvSpPr/>
              <p:nvPr/>
            </p:nvSpPr>
            <p:spPr>
              <a:xfrm>
                <a:off x="8551800" y="2904120"/>
                <a:ext cx="408960" cy="223884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55" name="Google Shape;96;p22"/>
              <p:cNvSpPr/>
              <p:nvPr/>
            </p:nvSpPr>
            <p:spPr>
              <a:xfrm>
                <a:off x="8551800" y="4703400"/>
                <a:ext cx="408960" cy="43956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</p:grpSp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13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lt1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33B847-9BAB-413E-8559-188007CBCE0D}" type="slidenum">
              <a:rPr b="0" lang="es" sz="900" spc="-1" strike="noStrike">
                <a:solidFill>
                  <a:schemeClr val="lt1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100;p23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262" name="Google Shape;101;p23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263" name="Google Shape;102;p23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14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77EEFB-D412-4E8B-A2FD-D9328E29D9C0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9" name="Google Shape;108;p24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270" name="Google Shape;109;p24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271" name="Google Shape;110;p24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15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6BF876-C45F-45F5-9C7A-5A2A18439747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7" name="Google Shape;114;p25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278" name="Google Shape;115;p25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279" name="Google Shape;116;p25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6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40752B-0720-4B5B-B41C-550C1D175CDB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5" name="Google Shape;121;p26"/>
          <p:cNvGrpSpPr/>
          <p:nvPr/>
        </p:nvGrpSpPr>
        <p:grpSpPr>
          <a:xfrm>
            <a:off x="6867000" y="2160"/>
            <a:ext cx="2266560" cy="2599920"/>
            <a:chOff x="6867000" y="2160"/>
            <a:chExt cx="2266560" cy="2599920"/>
          </a:xfrm>
        </p:grpSpPr>
        <p:grpSp>
          <p:nvGrpSpPr>
            <p:cNvPr id="286" name="Google Shape;122;p26"/>
            <p:cNvGrpSpPr/>
            <p:nvPr/>
          </p:nvGrpSpPr>
          <p:grpSpPr>
            <a:xfrm>
              <a:off x="7144560" y="2160"/>
              <a:ext cx="1989000" cy="1989000"/>
              <a:chOff x="7144560" y="2160"/>
              <a:chExt cx="1989000" cy="1989000"/>
            </a:xfrm>
          </p:grpSpPr>
          <p:sp>
            <p:nvSpPr>
              <p:cNvPr id="287" name="Google Shape;123;p26"/>
              <p:cNvSpPr/>
              <p:nvPr/>
            </p:nvSpPr>
            <p:spPr>
              <a:xfrm rot="12952200">
                <a:off x="7670520" y="528480"/>
                <a:ext cx="936360" cy="936360"/>
              </a:xfrm>
              <a:prstGeom prst="ellipse">
                <a:avLst/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88" name="Google Shape;124;p26"/>
              <p:cNvSpPr/>
              <p:nvPr/>
            </p:nvSpPr>
            <p:spPr>
              <a:xfrm rot="12952200">
                <a:off x="7670520" y="528480"/>
                <a:ext cx="936360" cy="936360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89" name="Google Shape;125;p26"/>
              <p:cNvSpPr/>
              <p:nvPr/>
            </p:nvSpPr>
            <p:spPr>
              <a:xfrm rot="12951000">
                <a:off x="7426440" y="284040"/>
                <a:ext cx="1424880" cy="1424520"/>
              </a:xfrm>
              <a:prstGeom prst="ellipse">
                <a:avLst/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290" name="Google Shape;126;p26"/>
            <p:cNvGrpSpPr/>
            <p:nvPr/>
          </p:nvGrpSpPr>
          <p:grpSpPr>
            <a:xfrm>
              <a:off x="8283240" y="1807920"/>
              <a:ext cx="794160" cy="794160"/>
              <a:chOff x="8283240" y="1807920"/>
              <a:chExt cx="794160" cy="794160"/>
            </a:xfrm>
          </p:grpSpPr>
          <p:sp>
            <p:nvSpPr>
              <p:cNvPr id="291" name="Google Shape;127;p26"/>
              <p:cNvSpPr/>
              <p:nvPr/>
            </p:nvSpPr>
            <p:spPr>
              <a:xfrm rot="2152200">
                <a:off x="8395920" y="1920600"/>
                <a:ext cx="568800" cy="568800"/>
              </a:xfrm>
              <a:prstGeom prst="ellipse">
                <a:avLst/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92" name="Google Shape;128;p26"/>
              <p:cNvSpPr/>
              <p:nvPr/>
            </p:nvSpPr>
            <p:spPr>
              <a:xfrm rot="2150400">
                <a:off x="8484480" y="2008080"/>
                <a:ext cx="392400" cy="392400"/>
              </a:xfrm>
              <a:prstGeom prst="ellipse">
                <a:avLst/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93" name="Google Shape;129;p26"/>
              <p:cNvSpPr/>
              <p:nvPr/>
            </p:nvSpPr>
            <p:spPr>
              <a:xfrm rot="2150400">
                <a:off x="8484480" y="2008080"/>
                <a:ext cx="392400" cy="392400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  <p:grpSp>
          <p:nvGrpSpPr>
            <p:cNvPr id="294" name="Google Shape;130;p26"/>
            <p:cNvGrpSpPr/>
            <p:nvPr/>
          </p:nvGrpSpPr>
          <p:grpSpPr>
            <a:xfrm>
              <a:off x="6867000" y="118800"/>
              <a:ext cx="547920" cy="547920"/>
              <a:chOff x="6867000" y="118800"/>
              <a:chExt cx="547920" cy="547920"/>
            </a:xfrm>
          </p:grpSpPr>
          <p:sp>
            <p:nvSpPr>
              <p:cNvPr id="295" name="Google Shape;131;p26"/>
              <p:cNvSpPr/>
              <p:nvPr/>
            </p:nvSpPr>
            <p:spPr>
              <a:xfrm rot="2150400">
                <a:off x="6944400" y="196200"/>
                <a:ext cx="392400" cy="392400"/>
              </a:xfrm>
              <a:prstGeom prst="ellipse">
                <a:avLst/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  <p:sp>
            <p:nvSpPr>
              <p:cNvPr id="296" name="Google Shape;132;p26"/>
              <p:cNvSpPr/>
              <p:nvPr/>
            </p:nvSpPr>
            <p:spPr>
              <a:xfrm rot="2150400">
                <a:off x="6944400" y="196200"/>
                <a:ext cx="392400" cy="392400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91440" bIns="9144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400" spc="-1" strike="noStrike">
                  <a:solidFill>
                    <a:srgbClr val="000000"/>
                  </a:solidFill>
                  <a:latin typeface="Arial"/>
                  <a:ea typeface="DejaVu Sans"/>
                </a:endParaRPr>
              </a:p>
            </p:txBody>
          </p:sp>
        </p:grpSp>
      </p:grpSp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7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lt1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DC2171-3CA7-42B2-88A7-0F98BE5466C9}" type="slidenum">
              <a:rPr b="0" lang="es" sz="900" spc="-1" strike="noStrike">
                <a:solidFill>
                  <a:schemeClr val="lt1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2" name="Google Shape;12;p19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303" name="Google Shape;13;p19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304" name="Google Shape;14;p19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8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7FA405-0BA7-4CE7-B636-3581C26EE9B9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oogle Shape;12;p19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311" name="Google Shape;13;p19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312" name="Google Shape;14;p19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9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704427-F268-4889-97B8-A197FAC58D4C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Google Shape;12;p19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319" name="Google Shape;13;p19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320" name="Google Shape;14;p19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20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D4CE1C-CE14-435F-8F4B-1BC76B359373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6" name="Google Shape;12;p19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327" name="Google Shape;13;p19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328" name="Google Shape;14;p19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21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01F053-74A2-48A1-8631-6F3BC79F51B9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Google Shape;12;p19"/>
          <p:cNvGrpSpPr/>
          <p:nvPr/>
        </p:nvGrpSpPr>
        <p:grpSpPr>
          <a:xfrm>
            <a:off x="626040" y="299880"/>
            <a:ext cx="998640" cy="998640"/>
            <a:chOff x="626040" y="299880"/>
            <a:chExt cx="998640" cy="998640"/>
          </a:xfrm>
        </p:grpSpPr>
        <p:sp>
          <p:nvSpPr>
            <p:cNvPr id="335" name="Google Shape;13;p19"/>
            <p:cNvSpPr/>
            <p:nvPr/>
          </p:nvSpPr>
          <p:spPr>
            <a:xfrm rot="16200000">
              <a:off x="828720" y="502920"/>
              <a:ext cx="593280" cy="59328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336" name="Google Shape;14;p19"/>
            <p:cNvSpPr/>
            <p:nvPr/>
          </p:nvSpPr>
          <p:spPr>
            <a:xfrm rot="16200000">
              <a:off x="626040" y="299880"/>
              <a:ext cx="998640" cy="99864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4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22"/>
          </p:nvPr>
        </p:nvSpPr>
        <p:spPr>
          <a:xfrm>
            <a:off x="8451000" y="47368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" sz="900" spc="-1" strike="noStrike">
                <a:solidFill>
                  <a:schemeClr val="dk2"/>
                </a:solidFill>
                <a:latin typeface="Nunito"/>
                <a:ea typeface="Nuni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2C8980-CFA7-4A39-9AE5-BDEBDB91FCC3}" type="slidenum">
              <a:rPr b="0" lang="es" sz="900" spc="-1" strike="noStrike">
                <a:solidFill>
                  <a:schemeClr val="dk2"/>
                </a:solidFill>
                <a:latin typeface="Nunito"/>
                <a:ea typeface="Nunito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gif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gif"/><Relationship Id="rId2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2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8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283;p1" descr=""/>
          <p:cNvPicPr/>
          <p:nvPr/>
        </p:nvPicPr>
        <p:blipFill>
          <a:blip r:embed="rId1"/>
          <a:stretch/>
        </p:blipFill>
        <p:spPr>
          <a:xfrm>
            <a:off x="1688760" y="1120320"/>
            <a:ext cx="5542920" cy="3752280"/>
          </a:xfrm>
          <a:prstGeom prst="rect">
            <a:avLst/>
          </a:prstGeom>
          <a:ln w="0">
            <a:noFill/>
          </a:ln>
        </p:spPr>
      </p:pic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2196720" y="527400"/>
            <a:ext cx="4158720" cy="5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&lt; Introducción al curso /&gt;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1794240" y="2922120"/>
            <a:ext cx="5554800" cy="5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¿Qué es “hacer Ciencia de datos”?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5" name="Google Shape;290;p2" descr=""/>
          <p:cNvPicPr/>
          <p:nvPr/>
        </p:nvPicPr>
        <p:blipFill>
          <a:blip r:embed="rId1"/>
          <a:stretch/>
        </p:blipFill>
        <p:spPr>
          <a:xfrm>
            <a:off x="3320640" y="720000"/>
            <a:ext cx="2127960" cy="2127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295;p3"/>
          <p:cNvSpPr/>
          <p:nvPr/>
        </p:nvSpPr>
        <p:spPr>
          <a:xfrm>
            <a:off x="1134360" y="734040"/>
            <a:ext cx="6601320" cy="33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Nunito"/>
              <a:buChar char="●"/>
              <a:tabLst>
                <a:tab algn="l" pos="0"/>
              </a:tabLst>
            </a:pPr>
            <a:r>
              <a:rPr b="1" lang="es" sz="1400" spc="-1" strike="noStrike">
                <a:solidFill>
                  <a:srgbClr val="000000"/>
                </a:solidFill>
                <a:latin typeface="Nunito"/>
                <a:ea typeface="Nunito"/>
              </a:rPr>
              <a:t>PROGRAMACIÓN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r>
              <a:rPr b="0" lang="es" sz="1400" spc="-1" strike="noStrike">
                <a:solidFill>
                  <a:srgbClr val="000000"/>
                </a:solidFill>
                <a:latin typeface="Nunito"/>
                <a:ea typeface="Nunito"/>
              </a:rPr>
              <a:t>La forma que tenemos de poder comunicarnos con una computadora. No hay una única forma!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Nunito"/>
              <a:buChar char="●"/>
              <a:tabLst>
                <a:tab algn="l" pos="0"/>
              </a:tabLst>
            </a:pPr>
            <a:r>
              <a:rPr b="1" lang="es" sz="1400" spc="-1" strike="noStrike">
                <a:solidFill>
                  <a:srgbClr val="000000"/>
                </a:solidFill>
                <a:latin typeface="Nunito"/>
                <a:ea typeface="Nunito"/>
              </a:rPr>
              <a:t>ESTADÍSTICA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r>
              <a:rPr b="0" lang="es" sz="1400" spc="-1" strike="noStrike">
                <a:solidFill>
                  <a:srgbClr val="000000"/>
                </a:solidFill>
                <a:latin typeface="Nunito"/>
                <a:ea typeface="Nunito"/>
              </a:rPr>
              <a:t>Como la herramienta de un mecánico o un albañil, sin ella es poco lo que se puede hacer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Nunito"/>
              <a:buChar char="●"/>
              <a:tabLst>
                <a:tab algn="l" pos="0"/>
              </a:tabLst>
            </a:pPr>
            <a:r>
              <a:rPr b="1" lang="es" sz="1400" spc="-1" strike="noStrike">
                <a:solidFill>
                  <a:srgbClr val="000000"/>
                </a:solidFill>
                <a:latin typeface="Nunito"/>
                <a:ea typeface="Nunito"/>
              </a:rPr>
              <a:t>COMUNICACIÓN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r>
              <a:rPr b="0" lang="es" sz="1400" spc="-1" strike="noStrike">
                <a:solidFill>
                  <a:srgbClr val="000000"/>
                </a:solidFill>
                <a:latin typeface="Nunito"/>
                <a:ea typeface="Nunito"/>
              </a:rPr>
              <a:t> </a:t>
            </a:r>
            <a:r>
              <a:rPr b="0" lang="es" sz="1400" spc="-1" strike="noStrike">
                <a:solidFill>
                  <a:srgbClr val="000000"/>
                </a:solidFill>
                <a:latin typeface="Nunito"/>
                <a:ea typeface="Nunito"/>
              </a:rPr>
              <a:t>Transmitir procesos complejos con claridad y en contextos interdisciplinarios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Nunito"/>
              <a:buChar char="●"/>
              <a:tabLst>
                <a:tab algn="l" pos="0"/>
              </a:tabLst>
            </a:pPr>
            <a:r>
              <a:rPr b="1" lang="es" sz="1400" spc="-1" strike="noStrike">
                <a:solidFill>
                  <a:srgbClr val="000000"/>
                </a:solidFill>
                <a:latin typeface="Nunito"/>
                <a:ea typeface="Nunito"/>
              </a:rPr>
              <a:t>CONOCIMIENTO DE DOMINIO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r>
              <a:rPr b="0" lang="es" sz="1400" spc="-1" strike="noStrike">
                <a:solidFill>
                  <a:srgbClr val="000000"/>
                </a:solidFill>
                <a:latin typeface="Nunito"/>
                <a:ea typeface="Nunito"/>
              </a:rPr>
              <a:t>Experiencia acumulada en un campo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Google Shape;300;p4" descr=""/>
          <p:cNvPicPr/>
          <p:nvPr/>
        </p:nvPicPr>
        <p:blipFill>
          <a:blip r:embed="rId1"/>
          <a:stretch/>
        </p:blipFill>
        <p:spPr>
          <a:xfrm>
            <a:off x="1356480" y="858960"/>
            <a:ext cx="6429960" cy="3144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05;p5" descr=""/>
          <p:cNvPicPr/>
          <p:nvPr/>
        </p:nvPicPr>
        <p:blipFill>
          <a:blip r:embed="rId1"/>
          <a:stretch/>
        </p:blipFill>
        <p:spPr>
          <a:xfrm>
            <a:off x="0" y="3086280"/>
            <a:ext cx="2228040" cy="2056680"/>
          </a:xfrm>
          <a:prstGeom prst="rect">
            <a:avLst/>
          </a:prstGeom>
          <a:ln w="0">
            <a:noFill/>
          </a:ln>
        </p:spPr>
      </p:pic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2185560" y="1901160"/>
            <a:ext cx="4680000" cy="100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¿Alguien dijo programar?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48000" y="1934640"/>
            <a:ext cx="7850520" cy="115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… </a:t>
            </a: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no te preocupes, ya no hay que pasar mas horas buceando en stack overflow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1" name="Google Shape;312;p6" descr=""/>
          <p:cNvPicPr/>
          <p:nvPr/>
        </p:nvPicPr>
        <p:blipFill>
          <a:blip r:embed="rId1"/>
          <a:stretch/>
        </p:blipFill>
        <p:spPr>
          <a:xfrm>
            <a:off x="6858000" y="3429000"/>
            <a:ext cx="2285280" cy="1713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1303920" y="598680"/>
            <a:ext cx="7029720" cy="99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Objetivos del laboratorio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946800" y="1693800"/>
            <a:ext cx="7029720" cy="254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50000"/>
          </a:bodyPr>
          <a:p>
            <a:pPr marL="457200" indent="-361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" sz="3000" spc="-1" strike="noStrike">
                <a:solidFill>
                  <a:srgbClr val="595959"/>
                </a:solidFill>
                <a:latin typeface="Arial"/>
                <a:ea typeface="Arial"/>
              </a:rPr>
              <a:t>Introducir las herramientas fundamentales para el análisis de redes de transporte</a:t>
            </a:r>
            <a:br>
              <a:rPr sz="3000"/>
            </a:br>
            <a:r>
              <a:rPr b="0" lang="es" sz="3000" spc="-1" strike="noStrike">
                <a:solidFill>
                  <a:srgbClr val="595959"/>
                </a:solidFill>
                <a:latin typeface="Arial"/>
                <a:ea typeface="Arial"/>
              </a:rPr>
              <a:t>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marL="457200" indent="-361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" sz="3000" spc="-1" strike="noStrike">
                <a:solidFill>
                  <a:srgbClr val="595959"/>
                </a:solidFill>
                <a:latin typeface="Arial"/>
                <a:ea typeface="Arial"/>
              </a:rPr>
              <a:t>Trabajar de manera programática utilizando pensamiento computacional aplicado a través del lenguaje Python</a:t>
            </a:r>
            <a:br>
              <a:rPr sz="3000"/>
            </a:br>
            <a:r>
              <a:rPr b="0" lang="es" sz="3000" spc="-1" strike="noStrike">
                <a:solidFill>
                  <a:srgbClr val="595959"/>
                </a:solidFill>
                <a:latin typeface="Arial"/>
                <a:ea typeface="Arial"/>
              </a:rPr>
              <a:t>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marL="457200" indent="-36180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" sz="3000" spc="-1" strike="noStrike">
                <a:solidFill>
                  <a:srgbClr val="595959"/>
                </a:solidFill>
                <a:latin typeface="Arial"/>
                <a:ea typeface="Arial"/>
              </a:rPr>
              <a:t>Trabajar de manera agentica utilizando estrategias de estructuracion y bootstrap de conocimiento</a:t>
            </a:r>
            <a:br>
              <a:rPr sz="3000"/>
            </a:br>
            <a:r>
              <a:rPr b="0" lang="es" sz="3000" spc="-1" strike="noStrike">
                <a:solidFill>
                  <a:srgbClr val="595959"/>
                </a:solidFill>
                <a:latin typeface="Arial"/>
                <a:ea typeface="Arial"/>
              </a:rPr>
              <a:t>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5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1303920" y="598680"/>
            <a:ext cx="5892840" cy="99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El abordaje computacional aplicado a la resolución de problemas concretos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907920" y="1598040"/>
            <a:ext cx="7029720" cy="254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62222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-286560" algn="just">
              <a:lnSpc>
                <a:spcPct val="90000"/>
              </a:lnSpc>
              <a:spcBef>
                <a:spcPts val="1599"/>
              </a:spcBef>
              <a:buClr>
                <a:srgbClr val="000000"/>
              </a:buClr>
              <a:buSzPct val="59000"/>
              <a:buFont typeface="Calibri"/>
              <a:buChar char="●"/>
              <a:tabLst>
                <a:tab algn="l" pos="0"/>
              </a:tabLst>
            </a:pPr>
            <a:r>
              <a:rPr b="0" lang="es" sz="2200" spc="-1" strike="noStrike">
                <a:solidFill>
                  <a:srgbClr val="595959"/>
                </a:solidFill>
                <a:latin typeface="Arial"/>
                <a:ea typeface="Arial"/>
              </a:rPr>
              <a:t>Recortar áreas de estudio de manera ordenada y operacional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0" algn="just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-286560" algn="just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SzPct val="59000"/>
              <a:buFont typeface="Calibri"/>
              <a:buChar char="●"/>
              <a:tabLst>
                <a:tab algn="l" pos="0"/>
              </a:tabLst>
            </a:pPr>
            <a:r>
              <a:rPr b="0" lang="es" sz="2200" spc="-1" strike="noStrike">
                <a:solidFill>
                  <a:srgbClr val="595959"/>
                </a:solidFill>
                <a:latin typeface="Arial"/>
                <a:ea typeface="Arial"/>
              </a:rPr>
              <a:t>Explorar y experimentar con objetos que tienen métodos y atributos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indent="0" algn="just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-286560" algn="just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SzPct val="59000"/>
              <a:buFont typeface="Calibri"/>
              <a:buChar char="●"/>
              <a:tabLst>
                <a:tab algn="l" pos="0"/>
              </a:tabLst>
            </a:pPr>
            <a:r>
              <a:rPr b="0" lang="es" sz="2200" spc="-1" strike="noStrike">
                <a:solidFill>
                  <a:srgbClr val="595959"/>
                </a:solidFill>
                <a:latin typeface="Arial"/>
                <a:ea typeface="Arial"/>
              </a:rPr>
              <a:t>Tareas reproducibles para resolver problemas similares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0" algn="just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-286560" algn="just">
              <a:lnSpc>
                <a:spcPct val="90000"/>
              </a:lnSpc>
              <a:spcBef>
                <a:spcPts val="799"/>
              </a:spcBef>
              <a:buClr>
                <a:srgbClr val="000000"/>
              </a:buClr>
              <a:buSzPct val="59000"/>
              <a:buFont typeface="Calibri"/>
              <a:buChar char="●"/>
              <a:tabLst>
                <a:tab algn="l" pos="0"/>
              </a:tabLst>
            </a:pPr>
            <a:r>
              <a:rPr b="0" lang="es" sz="2200" spc="-1" strike="noStrike">
                <a:solidFill>
                  <a:srgbClr val="595959"/>
                </a:solidFill>
                <a:latin typeface="Arial"/>
                <a:ea typeface="Arial"/>
              </a:rPr>
              <a:t>Generación de conocimiento comunitario y colaborativo 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1303920" y="598680"/>
            <a:ext cx="5892840" cy="99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El abordaje agentico aplicado a la resolución de problemas concretos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/>
          </p:nvPr>
        </p:nvSpPr>
        <p:spPr>
          <a:xfrm>
            <a:off x="907920" y="1598040"/>
            <a:ext cx="7029720" cy="254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62222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-286560" algn="just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59000"/>
              <a:buFont typeface="Calibri"/>
              <a:buChar char="●"/>
              <a:tabLst>
                <a:tab algn="l" pos="0"/>
              </a:tabLst>
            </a:pPr>
            <a:r>
              <a:rPr b="0" lang="es" sz="2200" spc="-1" strike="noStrike">
                <a:solidFill>
                  <a:srgbClr val="595959"/>
                </a:solidFill>
                <a:latin typeface="Arial"/>
                <a:ea typeface="Arial"/>
              </a:rPr>
              <a:t>Especificar el problema con precisión semántica: qué se pide, qué se asume y qué cuenta como resuelto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-286560" algn="just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59000"/>
              <a:buFont typeface="Calibri"/>
              <a:buChar char="●"/>
              <a:tabLst>
                <a:tab algn="l" pos="0"/>
              </a:tabLst>
            </a:pPr>
            <a:r>
              <a:rPr b="0" lang="es" sz="2200" spc="-1" strike="noStrike">
                <a:solidFill>
                  <a:srgbClr val="595959"/>
                </a:solidFill>
                <a:latin typeface="Arial"/>
                <a:ea typeface="Arial"/>
              </a:rPr>
              <a:t>Delegar tareas a un agente que interpreta instrucciones, no solo ejecuta código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-286560" algn="just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59000"/>
              <a:buFont typeface="Calibri"/>
              <a:buChar char="●"/>
              <a:tabLst>
                <a:tab algn="l" pos="0"/>
              </a:tabLst>
            </a:pPr>
            <a:r>
              <a:rPr b="0" lang="es" sz="2200" spc="-1" strike="noStrike">
                <a:solidFill>
                  <a:srgbClr val="595959"/>
                </a:solidFill>
                <a:latin typeface="Arial"/>
                <a:ea typeface="Arial"/>
              </a:rPr>
              <a:t>Instrucciones reproducibles (skills, specs, prompts) para encauzar tareas similares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0" indent="-286560" algn="just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59000"/>
              <a:buFont typeface="Calibri"/>
              <a:buChar char="●"/>
              <a:tabLst>
                <a:tab algn="l" pos="0"/>
              </a:tabLst>
            </a:pPr>
            <a:r>
              <a:rPr b="0" lang="es" sz="2200" spc="-1" strike="noStrike">
                <a:solidFill>
                  <a:srgbClr val="595959"/>
                </a:solidFill>
                <a:latin typeface="Arial"/>
                <a:ea typeface="Arial"/>
              </a:rPr>
              <a:t>Auditoría del resultado: validar lo que devuelve el agente con criterio propio, no solo con confianza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1303920" y="598680"/>
            <a:ext cx="7029720" cy="99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6666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El trabajo computacional, miremos algunos ejemplos más de cerca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Google Shape;330;p10" descr=""/>
          <p:cNvPicPr/>
          <p:nvPr/>
        </p:nvPicPr>
        <p:blipFill>
          <a:blip r:embed="rId1"/>
          <a:stretch/>
        </p:blipFill>
        <p:spPr>
          <a:xfrm>
            <a:off x="3386160" y="1764360"/>
            <a:ext cx="2123280" cy="215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1229400" y="722520"/>
            <a:ext cx="7605360" cy="5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200" spc="-1" strike="noStrike">
                <a:solidFill>
                  <a:schemeClr val="dk2"/>
                </a:solidFill>
                <a:latin typeface="Maven Pro"/>
                <a:ea typeface="Maven Pro"/>
              </a:rPr>
              <a:t>Grafos para la representación de sistemas complejos 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1" name="Google Shape;336;g3662e47a426_0_20" descr=""/>
          <p:cNvPicPr/>
          <p:nvPr/>
        </p:nvPicPr>
        <p:blipFill>
          <a:blip r:embed="rId1"/>
          <a:stretch/>
        </p:blipFill>
        <p:spPr>
          <a:xfrm>
            <a:off x="4215240" y="1533240"/>
            <a:ext cx="4662720" cy="2343960"/>
          </a:xfrm>
          <a:prstGeom prst="rect">
            <a:avLst/>
          </a:prstGeom>
          <a:ln w="0">
            <a:noFill/>
          </a:ln>
        </p:spPr>
      </p:pic>
      <p:pic>
        <p:nvPicPr>
          <p:cNvPr id="362" name="Google Shape;337;g3662e47a426_0_20" descr=""/>
          <p:cNvPicPr/>
          <p:nvPr/>
        </p:nvPicPr>
        <p:blipFill>
          <a:blip r:embed="rId2"/>
          <a:stretch/>
        </p:blipFill>
        <p:spPr>
          <a:xfrm>
            <a:off x="143640" y="1533240"/>
            <a:ext cx="3907080" cy="2343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42;g3662e47a426_0_15" descr=""/>
          <p:cNvPicPr/>
          <p:nvPr/>
        </p:nvPicPr>
        <p:blipFill>
          <a:blip r:embed="rId1"/>
          <a:stretch/>
        </p:blipFill>
        <p:spPr>
          <a:xfrm>
            <a:off x="2190960" y="2589120"/>
            <a:ext cx="4957200" cy="2491920"/>
          </a:xfrm>
          <a:prstGeom prst="rect">
            <a:avLst/>
          </a:prstGeom>
          <a:ln w="0">
            <a:noFill/>
          </a:ln>
        </p:spPr>
      </p:pic>
      <p:pic>
        <p:nvPicPr>
          <p:cNvPr id="364" name="Google Shape;343;g3662e47a426_0_15" descr=""/>
          <p:cNvPicPr/>
          <p:nvPr/>
        </p:nvPicPr>
        <p:blipFill>
          <a:blip r:embed="rId2"/>
          <a:stretch/>
        </p:blipFill>
        <p:spPr>
          <a:xfrm>
            <a:off x="2197080" y="65520"/>
            <a:ext cx="4957200" cy="2491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48;p7" descr=""/>
          <p:cNvPicPr/>
          <p:nvPr/>
        </p:nvPicPr>
        <p:blipFill>
          <a:blip r:embed="rId1"/>
          <a:stretch/>
        </p:blipFill>
        <p:spPr>
          <a:xfrm>
            <a:off x="452880" y="462240"/>
            <a:ext cx="8134560" cy="4084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29;p 1"/>
          <p:cNvSpPr/>
          <p:nvPr/>
        </p:nvSpPr>
        <p:spPr>
          <a:xfrm>
            <a:off x="1447920" y="743040"/>
            <a:ext cx="6976440" cy="5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rmAutofit fontScale="93333"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Algunos ejemplos de trabajo agentico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7" name="" descr=""/>
          <p:cNvPicPr/>
          <p:nvPr/>
        </p:nvPicPr>
        <p:blipFill>
          <a:blip r:embed="rId1"/>
          <a:stretch/>
        </p:blipFill>
        <p:spPr>
          <a:xfrm>
            <a:off x="2572920" y="1353600"/>
            <a:ext cx="4424040" cy="3651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" descr=""/>
          <p:cNvPicPr/>
          <p:nvPr/>
        </p:nvPicPr>
        <p:blipFill>
          <a:blip r:embed="rId1"/>
          <a:stretch/>
        </p:blipFill>
        <p:spPr>
          <a:xfrm>
            <a:off x="1267920" y="1162800"/>
            <a:ext cx="5880960" cy="3720240"/>
          </a:xfrm>
          <a:prstGeom prst="rect">
            <a:avLst/>
          </a:prstGeom>
          <a:ln w="0">
            <a:noFill/>
          </a:ln>
        </p:spPr>
      </p:pic>
      <p:pic>
        <p:nvPicPr>
          <p:cNvPr id="369" name="" descr=""/>
          <p:cNvPicPr/>
          <p:nvPr/>
        </p:nvPicPr>
        <p:blipFill>
          <a:blip r:embed="rId2"/>
          <a:stretch/>
        </p:blipFill>
        <p:spPr>
          <a:xfrm>
            <a:off x="2538360" y="253440"/>
            <a:ext cx="6442560" cy="4075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" descr=""/>
          <p:cNvPicPr/>
          <p:nvPr/>
        </p:nvPicPr>
        <p:blipFill>
          <a:blip r:embed="rId1"/>
          <a:stretch/>
        </p:blipFill>
        <p:spPr>
          <a:xfrm>
            <a:off x="4247280" y="585720"/>
            <a:ext cx="4424760" cy="4035600"/>
          </a:xfrm>
          <a:prstGeom prst="rect">
            <a:avLst/>
          </a:prstGeom>
          <a:ln w="0">
            <a:noFill/>
          </a:ln>
        </p:spPr>
      </p:pic>
      <p:pic>
        <p:nvPicPr>
          <p:cNvPr id="371" name="" descr=""/>
          <p:cNvPicPr/>
          <p:nvPr/>
        </p:nvPicPr>
        <p:blipFill>
          <a:blip r:embed="rId2"/>
          <a:stretch/>
        </p:blipFill>
        <p:spPr>
          <a:xfrm>
            <a:off x="1445040" y="592920"/>
            <a:ext cx="2725560" cy="4039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1303920" y="662040"/>
            <a:ext cx="4926240" cy="61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6666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¿Alguien dijo colaborativo?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3" name="Google Shape;354;p 2" descr=""/>
          <p:cNvPicPr/>
          <p:nvPr/>
        </p:nvPicPr>
        <p:blipFill>
          <a:blip r:embed="rId1"/>
          <a:stretch/>
        </p:blipFill>
        <p:spPr>
          <a:xfrm>
            <a:off x="2562840" y="1385280"/>
            <a:ext cx="6346080" cy="2224080"/>
          </a:xfrm>
          <a:prstGeom prst="rect">
            <a:avLst/>
          </a:prstGeom>
          <a:ln w="0">
            <a:noFill/>
          </a:ln>
        </p:spPr>
      </p:pic>
      <p:pic>
        <p:nvPicPr>
          <p:cNvPr id="374" name="Google Shape;355;p 2" descr=""/>
          <p:cNvPicPr/>
          <p:nvPr/>
        </p:nvPicPr>
        <p:blipFill>
          <a:blip r:embed="rId2"/>
          <a:stretch/>
        </p:blipFill>
        <p:spPr>
          <a:xfrm>
            <a:off x="380520" y="2620440"/>
            <a:ext cx="5011920" cy="2314080"/>
          </a:xfrm>
          <a:prstGeom prst="rect">
            <a:avLst/>
          </a:prstGeom>
          <a:ln w="0">
            <a:noFill/>
          </a:ln>
        </p:spPr>
      </p:pic>
      <p:pic>
        <p:nvPicPr>
          <p:cNvPr id="375" name="Google Shape;356;p 2" descr=""/>
          <p:cNvPicPr/>
          <p:nvPr/>
        </p:nvPicPr>
        <p:blipFill>
          <a:blip r:embed="rId3"/>
          <a:stretch/>
        </p:blipFill>
        <p:spPr>
          <a:xfrm>
            <a:off x="6298200" y="3692520"/>
            <a:ext cx="2291760" cy="1283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1303920" y="598680"/>
            <a:ext cx="7029720" cy="68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La barrera de entrada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481640" y="1548720"/>
            <a:ext cx="3852720" cy="254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 lnSpcReduction="20000"/>
          </a:bodyPr>
          <a:p>
            <a:pPr marL="457200" indent="-31104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424242"/>
              </a:buClr>
              <a:buFont typeface="Nunito"/>
              <a:buChar char="●"/>
            </a:pPr>
            <a:r>
              <a:rPr b="0" lang="es" sz="1300" spc="-1" strike="noStrike">
                <a:solidFill>
                  <a:schemeClr val="dk2"/>
                </a:solidFill>
                <a:latin typeface="Nunito"/>
                <a:ea typeface="Nunito"/>
              </a:rPr>
              <a:t>Puede resultar un mundo nuevo, por eso hay que entender que la barrera ya no está en escribir código, está en poder juzgar si el código está bien.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424242"/>
              </a:buClr>
              <a:buFont typeface="Nunito"/>
              <a:buChar char="●"/>
            </a:pPr>
            <a:r>
              <a:rPr b="0" lang="es" sz="1300" spc="-1" strike="noStrike">
                <a:solidFill>
                  <a:schemeClr val="dk2"/>
                </a:solidFill>
                <a:latin typeface="Nunito"/>
                <a:ea typeface="Nunito"/>
              </a:rPr>
              <a:t>No se trata de aprender Python, ni siquiera de aprender a programar en el sentido clásico. Se trata de aprender a pensar computacionalmente para poder dirigir y auditar lo que un agente hace.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424242"/>
              </a:buClr>
              <a:buFont typeface="Nunito"/>
              <a:buChar char="●"/>
            </a:pPr>
            <a:r>
              <a:rPr b="0" lang="es" sz="1300" spc="-1" strike="noStrike">
                <a:solidFill>
                  <a:schemeClr val="dk2"/>
                </a:solidFill>
                <a:latin typeface="Nunito"/>
                <a:ea typeface="Nunito"/>
              </a:rPr>
              <a:t>Especificar, delegar, ejecutar, auditar el resultado, ajustar la espec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8" name="Google Shape;363;p12" descr=""/>
          <p:cNvPicPr/>
          <p:nvPr/>
        </p:nvPicPr>
        <p:blipFill>
          <a:blip r:embed="rId1"/>
          <a:stretch/>
        </p:blipFill>
        <p:spPr>
          <a:xfrm>
            <a:off x="1930320" y="1548720"/>
            <a:ext cx="2112120" cy="324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378720" y="1695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s" sz="2900" spc="-1" strike="noStrike">
                <a:solidFill>
                  <a:schemeClr val="dk2"/>
                </a:solidFill>
                <a:latin typeface="Arial"/>
                <a:ea typeface="Arial"/>
              </a:rPr>
              <a:t>Python</a:t>
            </a:r>
            <a:endParaRPr b="0" lang="en-US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628560" y="1059480"/>
            <a:ext cx="7886160" cy="35722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/>
          </a:bodyPr>
          <a:p>
            <a:pPr indent="0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s" sz="2200" spc="-1" strike="noStrike">
                <a:solidFill>
                  <a:schemeClr val="dk2"/>
                </a:solidFill>
                <a:latin typeface="Arial"/>
                <a:ea typeface="Arial"/>
              </a:rPr>
              <a:t>Python es un lenguaje de programación interpretado cuya filosofía hace hincapié en una sintaxis que favorezca un código legible. Fue desarrollado por Guido van Rossum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s" sz="2200" spc="-1" strike="noStrike">
                <a:solidFill>
                  <a:schemeClr val="dk2"/>
                </a:solidFill>
                <a:latin typeface="Arial"/>
                <a:ea typeface="Arial"/>
              </a:rPr>
              <a:t>Se trata de un lenguaje de programación orientado a objetos.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s" sz="2200" spc="-1" strike="noStrike">
                <a:solidFill>
                  <a:schemeClr val="dk2"/>
                </a:solidFill>
                <a:latin typeface="Arial"/>
                <a:ea typeface="Arial"/>
              </a:rPr>
              <a:t>Actualmente solo soporta la versión 3. 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s" sz="2200" spc="-1" strike="noStrike">
                <a:solidFill>
                  <a:schemeClr val="dk2"/>
                </a:solidFill>
                <a:latin typeface="Arial"/>
                <a:ea typeface="Arial"/>
              </a:rPr>
              <a:t>Su licencia es libre y compatible con GPL (GNU Public License).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1" name="Google Shape;370;p13" descr="Python-logo-notext.svg"/>
          <p:cNvPicPr/>
          <p:nvPr/>
        </p:nvPicPr>
        <p:blipFill>
          <a:blip r:embed="rId1"/>
          <a:stretch/>
        </p:blipFill>
        <p:spPr>
          <a:xfrm>
            <a:off x="7846560" y="273960"/>
            <a:ext cx="785160" cy="785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Google Shape;375;p14" descr=""/>
          <p:cNvPicPr/>
          <p:nvPr/>
        </p:nvPicPr>
        <p:blipFill>
          <a:blip r:embed="rId1"/>
          <a:stretch/>
        </p:blipFill>
        <p:spPr>
          <a:xfrm>
            <a:off x="3544560" y="2534400"/>
            <a:ext cx="1913400" cy="1913400"/>
          </a:xfrm>
          <a:prstGeom prst="rect">
            <a:avLst/>
          </a:prstGeom>
          <a:ln w="0">
            <a:noFill/>
          </a:ln>
        </p:spPr>
      </p:pic>
      <p:pic>
        <p:nvPicPr>
          <p:cNvPr id="383" name="Google Shape;376;p14" descr=""/>
          <p:cNvPicPr/>
          <p:nvPr/>
        </p:nvPicPr>
        <p:blipFill>
          <a:blip r:embed="rId2"/>
          <a:stretch/>
        </p:blipFill>
        <p:spPr>
          <a:xfrm>
            <a:off x="6009840" y="3073680"/>
            <a:ext cx="1545120" cy="1199520"/>
          </a:xfrm>
          <a:prstGeom prst="rect">
            <a:avLst/>
          </a:prstGeom>
          <a:ln w="0">
            <a:noFill/>
          </a:ln>
        </p:spPr>
      </p:pic>
      <p:pic>
        <p:nvPicPr>
          <p:cNvPr id="384" name="Google Shape;377;p14" descr=""/>
          <p:cNvPicPr/>
          <p:nvPr/>
        </p:nvPicPr>
        <p:blipFill>
          <a:blip r:embed="rId3"/>
          <a:stretch/>
        </p:blipFill>
        <p:spPr>
          <a:xfrm>
            <a:off x="889200" y="2792880"/>
            <a:ext cx="1913400" cy="1913400"/>
          </a:xfrm>
          <a:prstGeom prst="rect">
            <a:avLst/>
          </a:prstGeom>
          <a:ln w="0">
            <a:noFill/>
          </a:ln>
        </p:spPr>
      </p:pic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1255320" y="773280"/>
            <a:ext cx="7823160" cy="5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320" spc="-1" strike="noStrike">
                <a:solidFill>
                  <a:schemeClr val="dk2"/>
                </a:solidFill>
                <a:latin typeface="Maven Pro"/>
                <a:ea typeface="Maven Pro"/>
              </a:rPr>
              <a:t>… </a:t>
            </a:r>
            <a:r>
              <a:rPr b="1" lang="es" sz="2320" spc="-1" strike="noStrike">
                <a:solidFill>
                  <a:schemeClr val="dk2"/>
                </a:solidFill>
                <a:latin typeface="Maven Pro"/>
                <a:ea typeface="Maven Pro"/>
              </a:rPr>
              <a:t>pero, ¿python es la única herramienta válida?</a:t>
            </a:r>
            <a:endParaRPr b="0" lang="en-US" sz="2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title"/>
          </p:nvPr>
        </p:nvSpPr>
        <p:spPr>
          <a:xfrm>
            <a:off x="1350000" y="1549440"/>
            <a:ext cx="6901560" cy="59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333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s" sz="2800" spc="-1" strike="noStrike">
                <a:solidFill>
                  <a:schemeClr val="dk2"/>
                </a:solidFill>
                <a:latin typeface="Maven Pro"/>
                <a:ea typeface="Maven Pro"/>
              </a:rPr>
              <a:t>¡Claro que no!, sólo la que llegamos a ver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" sz="3300" spc="-1" strike="noStrike">
                <a:solidFill>
                  <a:schemeClr val="dk1"/>
                </a:solidFill>
                <a:latin typeface="Calibri"/>
                <a:ea typeface="Calibri"/>
              </a:rPr>
              <a:t>Caja de herramientas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s" sz="2100" spc="-1" strike="noStrike">
                <a:solidFill>
                  <a:schemeClr val="dk1"/>
                </a:solidFill>
                <a:latin typeface="Calibri"/>
                <a:ea typeface="Calibri"/>
              </a:rPr>
              <a:t>Utilizaremos fundamentalmente el entorno de Google Drive.  Tendrán acceso a un directorio compartido donde podrán ver e interactuar con los notebooks. 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s" sz="2100" spc="-1" strike="noStrike">
                <a:solidFill>
                  <a:schemeClr val="dk1"/>
                </a:solidFill>
                <a:latin typeface="Calibri"/>
                <a:ea typeface="Calibri"/>
              </a:rPr>
              <a:t>Por un lado veremos el código en estos notebooks utilizando Colab. 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s" sz="2100" spc="-1" strike="noStrike">
                <a:solidFill>
                  <a:schemeClr val="dk1"/>
                </a:solidFill>
                <a:latin typeface="Calibri"/>
                <a:ea typeface="Calibri"/>
              </a:rPr>
              <a:t>Los archivos de datos que usemos estarán</a:t>
            </a:r>
            <a:br>
              <a:rPr sz="2100"/>
            </a:br>
            <a:r>
              <a:rPr b="0" lang="es" sz="2100" spc="-1" strike="noStrike">
                <a:solidFill>
                  <a:schemeClr val="dk1"/>
                </a:solidFill>
                <a:latin typeface="Calibri"/>
                <a:ea typeface="Calibri"/>
              </a:rPr>
              <a:t>en el Drive compartido. Pero es importante</a:t>
            </a:r>
            <a:br>
              <a:rPr sz="2100"/>
            </a:br>
            <a:r>
              <a:rPr b="0" lang="es" sz="2100" spc="-1" strike="noStrike">
                <a:solidFill>
                  <a:schemeClr val="dk1"/>
                </a:solidFill>
                <a:latin typeface="Calibri"/>
                <a:ea typeface="Calibri"/>
              </a:rPr>
              <a:t>que cada uno tenga </a:t>
            </a:r>
            <a:r>
              <a:rPr b="1" lang="es" sz="2100" spc="-1" strike="noStrike">
                <a:solidFill>
                  <a:schemeClr val="dk1"/>
                </a:solidFill>
                <a:latin typeface="Calibri"/>
                <a:ea typeface="Calibri"/>
              </a:rPr>
              <a:t>una copia propia</a:t>
            </a:r>
            <a:br>
              <a:rPr sz="2100"/>
            </a:br>
            <a:r>
              <a:rPr b="0" lang="es" sz="2100" spc="-1" strike="noStrike">
                <a:solidFill>
                  <a:schemeClr val="dk1"/>
                </a:solidFill>
                <a:latin typeface="Calibri"/>
                <a:ea typeface="Calibri"/>
              </a:rPr>
              <a:t>en su Drive personal.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9" name="Google Shape;386;p15" descr=""/>
          <p:cNvPicPr/>
          <p:nvPr/>
        </p:nvPicPr>
        <p:blipFill>
          <a:blip r:embed="rId1"/>
          <a:stretch/>
        </p:blipFill>
        <p:spPr>
          <a:xfrm>
            <a:off x="5366160" y="3076200"/>
            <a:ext cx="3602160" cy="1915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28560" y="273960"/>
            <a:ext cx="7886160" cy="99360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" sz="3300" spc="-1" strike="noStrike">
                <a:solidFill>
                  <a:schemeClr val="dk1"/>
                </a:solidFill>
                <a:latin typeface="Calibri"/>
                <a:ea typeface="Calibri"/>
              </a:rPr>
              <a:t>Librerías de Python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628560" y="1369080"/>
            <a:ext cx="7886160" cy="3262680"/>
          </a:xfrm>
          <a:prstGeom prst="rect">
            <a:avLst/>
          </a:prstGeom>
          <a:noFill/>
          <a:ln w="0">
            <a:noFill/>
          </a:ln>
        </p:spPr>
        <p:txBody>
          <a:bodyPr lIns="68400" rIns="68400" tIns="34200" bIns="34200" anchor="t">
            <a:normAutofit/>
          </a:bodyPr>
          <a:p>
            <a:pPr indent="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" sz="2100" spc="-1" strike="noStrike">
                <a:solidFill>
                  <a:schemeClr val="dk1"/>
                </a:solidFill>
                <a:latin typeface="Calibri"/>
                <a:ea typeface="Calibri"/>
              </a:rPr>
              <a:t>Las librerías de Python pueden considerarse como plug-ins, funcionalidades adicionales desarrolladas por la comunidad que le suman herramientas al programa original. 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indent="0" algn="just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s" sz="2100" spc="-1" strike="noStrike">
                <a:solidFill>
                  <a:schemeClr val="dk1"/>
                </a:solidFill>
                <a:latin typeface="Calibri"/>
                <a:ea typeface="Calibri"/>
              </a:rPr>
              <a:t>Por eso la importancia de usar software libre, puede canalizarse la energía de una comunidad dispersa a nivel mundial con enorme potencial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indent="0" algn="just">
              <a:lnSpc>
                <a:spcPct val="9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139680" indent="0" algn="just">
              <a:lnSpc>
                <a:spcPct val="90000"/>
              </a:lnSpc>
              <a:spcBef>
                <a:spcPts val="7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2026-09-04T18:55:00Z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