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CONCEPTO A LA EJECUCIÓN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SKILL, SPEC y PROMPT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EAF2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procedimiento general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54680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conjunto de instrucciones reutilizables que le dan a un agente una forma estable de resolver toda una familia de tareas parecidas — no un problema puntual.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4937760"/>
            <a:ext cx="2880360" cy="0"/>
          </a:xfrm>
          <a:prstGeom prst="line">
            <a:avLst/>
          </a:prstGeom>
          <a:noFill/>
          <a:ln w="12700">
            <a:solidFill>
              <a:srgbClr val="C9D9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50749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"Cómo construir y resolver problemas de ruteo con route-optimizer"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977640" y="3840480"/>
            <a:ext cx="320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97680" y="1874520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0" y="21488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6517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problema, sin ambigüedad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154680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definición formal de UN problema concreto: qué parámetros lo determinan, qué restricciones tiene, qué criterio define que está resuelto.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0" y="4937760"/>
            <a:ext cx="2880360" cy="0"/>
          </a:xfrm>
          <a:prstGeom prst="line">
            <a:avLst/>
          </a:prstGeom>
          <a:noFill/>
          <a:ln w="12700">
            <a:solidFill>
              <a:srgbClr val="3A7CA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50749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· horario · punto de partida · algoritmo · formato de salida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26680" y="3840480"/>
            <a:ext cx="320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046720" y="1874520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EAF2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21040" y="21488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6517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orden ejecutable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3154680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instrucción en lenguaje natural que traduce el SPEC en algo que el agente puede ejecutar ahora mismo, sin dejarle ninguna decisión librada al azar.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321040" y="4937760"/>
            <a:ext cx="2880360" cy="0"/>
          </a:xfrm>
          <a:prstGeom prst="line">
            <a:avLst/>
          </a:prstGeom>
          <a:noFill/>
          <a:ln w="12700">
            <a:solidFill>
              <a:srgbClr val="C9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21040" y="50749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texto exacto que se pega en el chat del agente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paso se vuelve más concreto que el anterior: el SKILL es lo general y reutilizable, el SPEC fija los parámetros de un caso, el PROMPT es lo que efectivamente se ejecuta.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2026-09-04T18:38:57Z</dcterms:created>
  <dcterms:modified xsi:type="dcterms:W3CDTF">2026-09-04T18:38:57Z</dcterms:modified>
</cp:coreProperties>
</file>